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62" r:id="rId2"/>
    <p:sldMasterId id="2147483760" r:id="rId3"/>
  </p:sldMasterIdLst>
  <p:notesMasterIdLst>
    <p:notesMasterId r:id="rId42"/>
  </p:notesMasterIdLst>
  <p:sldIdLst>
    <p:sldId id="256" r:id="rId4"/>
    <p:sldId id="275" r:id="rId5"/>
    <p:sldId id="268" r:id="rId6"/>
    <p:sldId id="320" r:id="rId7"/>
    <p:sldId id="269" r:id="rId8"/>
    <p:sldId id="322" r:id="rId9"/>
    <p:sldId id="323" r:id="rId10"/>
    <p:sldId id="318" r:id="rId11"/>
    <p:sldId id="315" r:id="rId12"/>
    <p:sldId id="324" r:id="rId13"/>
    <p:sldId id="325" r:id="rId14"/>
    <p:sldId id="326" r:id="rId15"/>
    <p:sldId id="316" r:id="rId16"/>
    <p:sldId id="328" r:id="rId17"/>
    <p:sldId id="317" r:id="rId18"/>
    <p:sldId id="276" r:id="rId19"/>
    <p:sldId id="270" r:id="rId20"/>
    <p:sldId id="327" r:id="rId21"/>
    <p:sldId id="278" r:id="rId22"/>
    <p:sldId id="274" r:id="rId23"/>
    <p:sldId id="279" r:id="rId24"/>
    <p:sldId id="289" r:id="rId25"/>
    <p:sldId id="329" r:id="rId26"/>
    <p:sldId id="330" r:id="rId27"/>
    <p:sldId id="331" r:id="rId28"/>
    <p:sldId id="280" r:id="rId29"/>
    <p:sldId id="281" r:id="rId30"/>
    <p:sldId id="282" r:id="rId31"/>
    <p:sldId id="284" r:id="rId32"/>
    <p:sldId id="285" r:id="rId33"/>
    <p:sldId id="286" r:id="rId34"/>
    <p:sldId id="290" r:id="rId35"/>
    <p:sldId id="291" r:id="rId36"/>
    <p:sldId id="292" r:id="rId37"/>
    <p:sldId id="306" r:id="rId38"/>
    <p:sldId id="295" r:id="rId39"/>
    <p:sldId id="294" r:id="rId40"/>
    <p:sldId id="310"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0016" autoAdjust="0"/>
  </p:normalViewPr>
  <p:slideViewPr>
    <p:cSldViewPr snapToGrid="0">
      <p:cViewPr>
        <p:scale>
          <a:sx n="84" d="100"/>
          <a:sy n="84" d="100"/>
        </p:scale>
        <p:origin x="1020" y="3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F31722-D206-4971-92B1-74FD0661D76A}"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5ACB9B-3486-44B3-8F4C-CE1EE2693DCF}" type="slidenum">
              <a:rPr lang="en-US" smtClean="0"/>
              <a:t>‹#›</a:t>
            </a:fld>
            <a:endParaRPr lang="en-US"/>
          </a:p>
        </p:txBody>
      </p:sp>
    </p:spTree>
    <p:extLst>
      <p:ext uri="{BB962C8B-B14F-4D97-AF65-F5344CB8AC3E}">
        <p14:creationId xmlns:p14="http://schemas.microsoft.com/office/powerpoint/2010/main" val="713017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1</a:t>
            </a:fld>
            <a:endParaRPr lang="en-US"/>
          </a:p>
        </p:txBody>
      </p:sp>
    </p:spTree>
    <p:extLst>
      <p:ext uri="{BB962C8B-B14F-4D97-AF65-F5344CB8AC3E}">
        <p14:creationId xmlns:p14="http://schemas.microsoft.com/office/powerpoint/2010/main" val="519540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 stressing about your local storage.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1" i="0" kern="1200" dirty="0">
                <a:solidFill>
                  <a:schemeClr val="tx1"/>
                </a:solidFill>
                <a:effectLst/>
                <a:latin typeface="+mn-lt"/>
                <a:ea typeface="+mn-ea"/>
                <a:cs typeface="+mn-cs"/>
              </a:rPr>
              <a:t>application programming interface</a:t>
            </a:r>
            <a:r>
              <a:rPr lang="en-US" sz="1200" b="0" i="0" kern="1200" dirty="0">
                <a:solidFill>
                  <a:schemeClr val="tx1"/>
                </a:solidFill>
                <a:effectLst/>
                <a:latin typeface="+mn-lt"/>
                <a:ea typeface="+mn-ea"/>
                <a:cs typeface="+mn-cs"/>
              </a:rPr>
              <a:t> (API) </a:t>
            </a:r>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2</a:t>
            </a:fld>
            <a:endParaRPr lang="en-US"/>
          </a:p>
        </p:txBody>
      </p:sp>
    </p:spTree>
    <p:extLst>
      <p:ext uri="{BB962C8B-B14F-4D97-AF65-F5344CB8AC3E}">
        <p14:creationId xmlns:p14="http://schemas.microsoft.com/office/powerpoint/2010/main" val="1449172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https://www.geospatialecology.com/intro_rs_lab1/ </a:t>
            </a:r>
          </a:p>
        </p:txBody>
      </p:sp>
      <p:sp>
        <p:nvSpPr>
          <p:cNvPr id="4" name="Slide Number Placeholder 3"/>
          <p:cNvSpPr>
            <a:spLocks noGrp="1"/>
          </p:cNvSpPr>
          <p:nvPr>
            <p:ph type="sldNum" sz="quarter" idx="10"/>
          </p:nvPr>
        </p:nvSpPr>
        <p:spPr/>
        <p:txBody>
          <a:bodyPr/>
          <a:lstStyle/>
          <a:p>
            <a:fld id="{705ACB9B-3486-44B3-8F4C-CE1EE2693DCF}" type="slidenum">
              <a:rPr lang="en-US" smtClean="0"/>
              <a:t>3</a:t>
            </a:fld>
            <a:endParaRPr lang="en-US"/>
          </a:p>
        </p:txBody>
      </p:sp>
    </p:spTree>
    <p:extLst>
      <p:ext uri="{BB962C8B-B14F-4D97-AF65-F5344CB8AC3E}">
        <p14:creationId xmlns:p14="http://schemas.microsoft.com/office/powerpoint/2010/main" val="3674527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Dr. Hammad Gillani’s slides</a:t>
            </a:r>
          </a:p>
          <a:p>
            <a:endParaRPr lang="en-US" dirty="0"/>
          </a:p>
          <a:p>
            <a:r>
              <a:rPr lang="en-PK" dirty="0"/>
              <a:t>Application Programming Interface</a:t>
            </a:r>
          </a:p>
        </p:txBody>
      </p:sp>
      <p:sp>
        <p:nvSpPr>
          <p:cNvPr id="4" name="Slide Number Placeholder 3"/>
          <p:cNvSpPr>
            <a:spLocks noGrp="1"/>
          </p:cNvSpPr>
          <p:nvPr>
            <p:ph type="sldNum" sz="quarter" idx="5"/>
          </p:nvPr>
        </p:nvSpPr>
        <p:spPr/>
        <p:txBody>
          <a:bodyPr/>
          <a:lstStyle/>
          <a:p>
            <a:fld id="{705ACB9B-3486-44B3-8F4C-CE1EE2693DCF}" type="slidenum">
              <a:rPr lang="en-US" smtClean="0"/>
              <a:t>4</a:t>
            </a:fld>
            <a:endParaRPr lang="en-US"/>
          </a:p>
        </p:txBody>
      </p:sp>
    </p:spTree>
    <p:extLst>
      <p:ext uri="{BB962C8B-B14F-4D97-AF65-F5344CB8AC3E}">
        <p14:creationId xmlns:p14="http://schemas.microsoft.com/office/powerpoint/2010/main" val="532353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2020</a:t>
            </a:r>
          </a:p>
          <a:p>
            <a:endParaRPr lang="en-US" dirty="0"/>
          </a:p>
          <a:p>
            <a:endParaRPr lang="en-US" dirty="0"/>
          </a:p>
          <a:p>
            <a:r>
              <a:rPr lang="en-US" dirty="0"/>
              <a:t>In order to move the question to the data, Earth Engine hosts a petabyte-scale archive of satellite imagery and other geospatial data on Google infrastructure.  At the same time, Earth Engine provides an API in order to perform processing, analysis, visualization of the data, also using Google machines.  Data storage and processing are all performed at Google. </a:t>
            </a:r>
          </a:p>
          <a:p>
            <a:endParaRPr lang="en-US" dirty="0"/>
          </a:p>
          <a:p>
            <a:r>
              <a:rPr lang="en-US" dirty="0"/>
              <a:t>2024 Dr. Hammad Gillani presentation = 50 petabytes</a:t>
            </a:r>
          </a:p>
        </p:txBody>
      </p:sp>
      <p:sp>
        <p:nvSpPr>
          <p:cNvPr id="4" name="Slide Number Placeholder 3"/>
          <p:cNvSpPr>
            <a:spLocks noGrp="1"/>
          </p:cNvSpPr>
          <p:nvPr>
            <p:ph type="sldNum" sz="quarter" idx="10"/>
          </p:nvPr>
        </p:nvSpPr>
        <p:spPr/>
        <p:txBody>
          <a:bodyPr/>
          <a:lstStyle/>
          <a:p>
            <a:fld id="{705ACB9B-3486-44B3-8F4C-CE1EE2693DCF}" type="slidenum">
              <a:rPr lang="en-US" smtClean="0"/>
              <a:t>5</a:t>
            </a:fld>
            <a:endParaRPr lang="en-US"/>
          </a:p>
        </p:txBody>
      </p:sp>
    </p:spTree>
    <p:extLst>
      <p:ext uri="{BB962C8B-B14F-4D97-AF65-F5344CB8AC3E}">
        <p14:creationId xmlns:p14="http://schemas.microsoft.com/office/powerpoint/2010/main" val="211577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05ACB9B-3486-44B3-8F4C-CE1EE2693DCF}" type="slidenum">
              <a:rPr lang="en-US" smtClean="0"/>
              <a:t>6</a:t>
            </a:fld>
            <a:endParaRPr lang="en-US"/>
          </a:p>
        </p:txBody>
      </p:sp>
    </p:spTree>
    <p:extLst>
      <p:ext uri="{BB962C8B-B14F-4D97-AF65-F5344CB8AC3E}">
        <p14:creationId xmlns:p14="http://schemas.microsoft.com/office/powerpoint/2010/main" val="3188807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4e98c855a5_0_5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4e98c855a5_0_5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Making Time Lapse used a huge amount of data, taking millions of hours of computation.  However, when such a job is run in massive parallel on Google infrastructure, it just takes a few days.  </a:t>
            </a:r>
          </a:p>
          <a:p>
            <a:pPr marL="0" lvl="0" indent="0" algn="l" rtl="0">
              <a:spcBef>
                <a:spcPts val="0"/>
              </a:spcBef>
              <a:spcAft>
                <a:spcPts val="0"/>
              </a:spcAft>
              <a:buNone/>
            </a:pPr>
            <a:endParaRPr lang="e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Copied Dr. Gillani’s slide</a:t>
            </a:r>
            <a:endParaRPr kumimoji="0" lang="en-PK"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of Nov 2023</a:t>
            </a:r>
            <a:endParaRPr lang="en-PK" dirty="0"/>
          </a:p>
        </p:txBody>
      </p:sp>
      <p:sp>
        <p:nvSpPr>
          <p:cNvPr id="4" name="Slide Number Placeholder 3"/>
          <p:cNvSpPr>
            <a:spLocks noGrp="1"/>
          </p:cNvSpPr>
          <p:nvPr>
            <p:ph type="sldNum" sz="quarter" idx="5"/>
          </p:nvPr>
        </p:nvSpPr>
        <p:spPr/>
        <p:txBody>
          <a:bodyPr/>
          <a:lstStyle/>
          <a:p>
            <a:fld id="{705ACB9B-3486-44B3-8F4C-CE1EE2693DCF}" type="slidenum">
              <a:rPr lang="en-US" smtClean="0"/>
              <a:t>8</a:t>
            </a:fld>
            <a:endParaRPr lang="en-US"/>
          </a:p>
        </p:txBody>
      </p:sp>
    </p:spTree>
    <p:extLst>
      <p:ext uri="{BB962C8B-B14F-4D97-AF65-F5344CB8AC3E}">
        <p14:creationId xmlns:p14="http://schemas.microsoft.com/office/powerpoint/2010/main" val="774204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gf251d1053_0_9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5" name="Google Shape;1095;gf251d1053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Terrain data.  The purpose of this slide is to illustrate that compelling visualizations can be created and exported exactly as they appear on screen.  You have control over scale, projection and rendering.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f251d1053_0_9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f251d1053_0_9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image is mean annual ozone from the merged OMI/TOMS dataset.  Red is less ozone, blue is more ozone.  There are lots of other climate and atmosphere data in the catalog.  Use the search tool to explore the catalog.</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f251d1053_0_9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f251d1053_0_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composite of Sentinel-1 backscattering coefficients.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705ACB9B-3486-44B3-8F4C-CE1EE2693DCF}" type="slidenum">
              <a:rPr lang="en-US" smtClean="0"/>
              <a:t>13</a:t>
            </a:fld>
            <a:endParaRPr lang="en-US"/>
          </a:p>
        </p:txBody>
      </p:sp>
    </p:spTree>
    <p:extLst>
      <p:ext uri="{BB962C8B-B14F-4D97-AF65-F5344CB8AC3E}">
        <p14:creationId xmlns:p14="http://schemas.microsoft.com/office/powerpoint/2010/main" val="42925161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4e98c855a5_0_20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2" name="Google Shape;1132;g4e98c855a5_0_20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Interactive mode is the Code Editor.  To run big jobs at arbitrary scale and scope, use batch mode.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too</a:t>
            </a:r>
            <a:endParaRPr lang="en-PK" dirty="0"/>
          </a:p>
        </p:txBody>
      </p:sp>
      <p:sp>
        <p:nvSpPr>
          <p:cNvPr id="4" name="Slide Number Placeholder 3"/>
          <p:cNvSpPr>
            <a:spLocks noGrp="1"/>
          </p:cNvSpPr>
          <p:nvPr>
            <p:ph type="sldNum" sz="quarter" idx="5"/>
          </p:nvPr>
        </p:nvSpPr>
        <p:spPr/>
        <p:txBody>
          <a:bodyPr/>
          <a:lstStyle/>
          <a:p>
            <a:fld id="{705ACB9B-3486-44B3-8F4C-CE1EE2693DCF}" type="slidenum">
              <a:rPr lang="en-US" smtClean="0"/>
              <a:t>15</a:t>
            </a:fld>
            <a:endParaRPr lang="en-US"/>
          </a:p>
        </p:txBody>
      </p:sp>
    </p:spTree>
    <p:extLst>
      <p:ext uri="{BB962C8B-B14F-4D97-AF65-F5344CB8AC3E}">
        <p14:creationId xmlns:p14="http://schemas.microsoft.com/office/powerpoint/2010/main" val="4168916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https://www.geospatialecology.com/intro_rs_lab1/ </a:t>
            </a:r>
          </a:p>
          <a:p>
            <a:endParaRPr lang="en-US" dirty="0"/>
          </a:p>
          <a:p>
            <a:r>
              <a:rPr lang="en-US" sz="1200" b="0" i="0" kern="1200" dirty="0">
                <a:solidFill>
                  <a:schemeClr val="tx1"/>
                </a:solidFill>
                <a:effectLst/>
                <a:latin typeface="+mn-lt"/>
                <a:ea typeface="+mn-ea"/>
                <a:cs typeface="+mn-cs"/>
              </a:rPr>
              <a:t>An application programming interface </a:t>
            </a:r>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17</a:t>
            </a:fld>
            <a:endParaRPr lang="en-US"/>
          </a:p>
        </p:txBody>
      </p:sp>
    </p:spTree>
    <p:extLst>
      <p:ext uri="{BB962C8B-B14F-4D97-AF65-F5344CB8AC3E}">
        <p14:creationId xmlns:p14="http://schemas.microsoft.com/office/powerpoint/2010/main" val="750513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4e98c855a5_0_15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4e98c855a5_0_15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f251d1053_0_9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 name="Google Shape;1119;gf251d1053_0_9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Image is the fundamental raster data structure in Earth Engine.  Bands.  Pixels.  Metadata.</a:t>
            </a:r>
            <a:endParaRPr/>
          </a:p>
          <a:p>
            <a:pPr marL="0" lvl="0" indent="0" algn="l" rtl="0">
              <a:spcBef>
                <a:spcPts val="0"/>
              </a:spcBef>
              <a:spcAft>
                <a:spcPts val="0"/>
              </a:spcAft>
              <a:buNone/>
            </a:pPr>
            <a:r>
              <a:rPr lang="en"/>
              <a:t>ImaeCollection is stack or time series of images.</a:t>
            </a:r>
            <a:endParaRPr/>
          </a:p>
          <a:p>
            <a:pPr marL="0" lvl="0" indent="0" algn="l" rtl="0">
              <a:spcBef>
                <a:spcPts val="0"/>
              </a:spcBef>
              <a:spcAft>
                <a:spcPts val="0"/>
              </a:spcAft>
              <a:buNone/>
            </a:pPr>
            <a:r>
              <a:rPr lang="en"/>
              <a:t>Feature is the fundamental vector structure in Earth Engine.  Geometry and metadata.</a:t>
            </a:r>
            <a:endParaRPr/>
          </a:p>
          <a:p>
            <a:pPr marL="0" lvl="0" indent="0" algn="l" rtl="0">
              <a:spcBef>
                <a:spcPts val="0"/>
              </a:spcBef>
              <a:spcAft>
                <a:spcPts val="0"/>
              </a:spcAft>
              <a:buNone/>
            </a:pPr>
            <a:r>
              <a:rPr lang="en"/>
              <a:t>FeatureCollection is a collection of Features (surprise).</a:t>
            </a:r>
            <a:endParaRPr/>
          </a:p>
          <a:p>
            <a:pPr marL="0" lvl="0" indent="0" algn="l" rtl="0">
              <a:spcBef>
                <a:spcPts val="0"/>
              </a:spcBef>
              <a:spcAft>
                <a:spcPts val="0"/>
              </a:spcAft>
              <a:buNone/>
            </a:pPr>
            <a:r>
              <a:rPr lang="en"/>
              <a:t>Filter is how to limit the scope of analysis temporally, spatially or by metadata.</a:t>
            </a:r>
            <a:endParaRPr/>
          </a:p>
          <a:p>
            <a:pPr marL="0" lvl="0" indent="0" algn="l" rtl="0">
              <a:spcBef>
                <a:spcPts val="0"/>
              </a:spcBef>
              <a:spcAft>
                <a:spcPts val="0"/>
              </a:spcAft>
              <a:buNone/>
            </a:pPr>
            <a:r>
              <a:rPr lang="en"/>
              <a:t>Reducer is the way to aggregate data.  Statistics such as min, max, mean, SD, variance, covariance, linear regression, etc.</a:t>
            </a:r>
            <a:endParaRPr/>
          </a:p>
          <a:p>
            <a:pPr marL="0" lvl="0" indent="0" algn="l" rtl="0">
              <a:spcBef>
                <a:spcPts val="0"/>
              </a:spcBef>
              <a:spcAft>
                <a:spcPts val="0"/>
              </a:spcAft>
              <a:buNone/>
            </a:pPr>
            <a:r>
              <a:rPr lang="en"/>
              <a:t>Joins are the way to combine different data sets.</a:t>
            </a:r>
            <a:endParaRPr/>
          </a:p>
          <a:p>
            <a:pPr marL="0" lvl="0" indent="0" algn="l" rtl="0">
              <a:spcBef>
                <a:spcPts val="0"/>
              </a:spcBef>
              <a:spcAft>
                <a:spcPts val="0"/>
              </a:spcAft>
              <a:buNone/>
            </a:pPr>
            <a:r>
              <a:rPr lang="en"/>
              <a:t>Kernel facilitates image processing operations, for example convolution.</a:t>
            </a:r>
            <a:endParaRPr/>
          </a:p>
          <a:p>
            <a:pPr marL="0" lvl="0" indent="0" algn="l" rtl="0">
              <a:spcBef>
                <a:spcPts val="0"/>
              </a:spcBef>
              <a:spcAft>
                <a:spcPts val="0"/>
              </a:spcAft>
              <a:buNone/>
            </a:pPr>
            <a:r>
              <a:rPr lang="en"/>
              <a:t>Machine Learning algorithms support supervised and unsupervised classification.</a:t>
            </a:r>
            <a:endParaRPr/>
          </a:p>
          <a:p>
            <a:pPr marL="0" lvl="0" indent="0" algn="l" rtl="0">
              <a:spcBef>
                <a:spcPts val="0"/>
              </a:spcBef>
              <a:spcAft>
                <a:spcPts val="0"/>
              </a:spcAft>
              <a:buNone/>
            </a:pPr>
            <a:r>
              <a:rPr lang="en"/>
              <a:t>Projection is the way to control scale and appearance of data outputs.</a:t>
            </a:r>
            <a:endParaRPr/>
          </a:p>
          <a:p>
            <a:pPr marL="0" lvl="0" indent="0" algn="l" rtl="0">
              <a:spcBef>
                <a:spcPts val="0"/>
              </a:spcBef>
              <a:spcAft>
                <a:spcPts val="0"/>
              </a:spcAft>
              <a:buNone/>
            </a:pPr>
            <a:endParaRPr/>
          </a:p>
          <a:p>
            <a:pPr marL="0" lvl="0" indent="0" algn="l" rtl="0">
              <a:spcBef>
                <a:spcPts val="0"/>
              </a:spcBef>
              <a:spcAft>
                <a:spcPts val="0"/>
              </a:spcAft>
              <a:buNone/>
            </a:pPr>
            <a:r>
              <a:rPr lang="en"/>
              <a:t>And growing in response to user requests.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4e98c855a5_0_2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5" name="Google Shape;1125;g4e98c855a5_0_2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Concept: reduce a stack of images to one image.  </a:t>
            </a:r>
            <a:r>
              <a:rPr lang="en">
                <a:solidFill>
                  <a:schemeClr val="dk1"/>
                </a:solidFill>
              </a:rPr>
              <a:t>The inputs are the images.  The output is the median.  Map is just for review.</a:t>
            </a:r>
            <a:endParaRPr/>
          </a:p>
          <a:p>
            <a:pPr marL="0" lvl="0" indent="0" algn="l" rtl="0">
              <a:spcBef>
                <a:spcPts val="0"/>
              </a:spcBef>
              <a:spcAft>
                <a:spcPts val="0"/>
              </a:spcAft>
              <a:buNone/>
            </a:pPr>
            <a:endParaRPr/>
          </a:p>
          <a:p>
            <a:pPr marL="0" lvl="0" indent="0" algn="l" rtl="0">
              <a:spcBef>
                <a:spcPts val="0"/>
              </a:spcBef>
              <a:spcAft>
                <a:spcPts val="0"/>
              </a:spcAft>
              <a:buNone/>
            </a:pPr>
            <a:r>
              <a:rPr lang="en"/>
              <a:t>The reducer is repeated.  It is evaluated separately for each band.  Come to the arrays session to learn another way.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9"/>
        <p:cNvGrpSpPr/>
        <p:nvPr/>
      </p:nvGrpSpPr>
      <p:grpSpPr>
        <a:xfrm>
          <a:off x="0" y="0"/>
          <a:ext cx="0" cy="0"/>
          <a:chOff x="0" y="0"/>
          <a:chExt cx="0" cy="0"/>
        </a:xfrm>
      </p:grpSpPr>
      <p:sp>
        <p:nvSpPr>
          <p:cNvPr id="1210" name="Google Shape;1210;g4e98c855a5_0_2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1" name="Google Shape;1211;g4e98c855a5_0_2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See this paper for more details.  Segue to publications.  </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05ACB9B-3486-44B3-8F4C-CE1EE2693DCF}" type="slidenum">
              <a:rPr lang="en-US" smtClean="0"/>
              <a:t>31</a:t>
            </a:fld>
            <a:endParaRPr lang="en-US"/>
          </a:p>
        </p:txBody>
      </p:sp>
    </p:spTree>
    <p:extLst>
      <p:ext uri="{BB962C8B-B14F-4D97-AF65-F5344CB8AC3E}">
        <p14:creationId xmlns:p14="http://schemas.microsoft.com/office/powerpoint/2010/main" val="306512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7BA2119-139B-46A7-B9B4-6BD4DFF42F4F}" type="datetime1">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4598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CE63EA8-AAF2-4D0F-9343-40685A3F554C}" type="datetime1">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252163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ECCDF4-3DC0-42A8-98B0-3C15EDA1D5B9}" type="datetime1">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5655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EA3674-089E-40AD-AB71-1AE3562DB11F}" type="datetime1">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4267374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E740AB3-3594-47D1-BF56-6E6EB66D7CD7}" type="datetime1">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342910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34F7C18-55DD-47DA-B23F-7E261D10849C}" type="datetime1">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711046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0194B19-F412-4025-8271-DE352D70DD32}" type="datetime1">
              <a:rPr lang="en-US" smtClean="0"/>
              <a:t>8/18/2026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3416478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4C3CE9F6-14FF-4669-8EC9-9EDCF0F54DE2}" type="datetime1">
              <a:rPr lang="en-US" smtClean="0"/>
              <a:t>8/18/2026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B412F84-AA69-4185-A895-1AC6C3BCB519}" type="slidenum">
              <a:rPr lang="en-US" smtClean="0"/>
              <a:t>‹#›</a:t>
            </a:fld>
            <a:endParaRPr lang="en-US"/>
          </a:p>
        </p:txBody>
      </p:sp>
    </p:spTree>
    <p:extLst>
      <p:ext uri="{BB962C8B-B14F-4D97-AF65-F5344CB8AC3E}">
        <p14:creationId xmlns:p14="http://schemas.microsoft.com/office/powerpoint/2010/main" val="3864844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A9C4E3-5B6C-459A-A998-C6D6302C029C}" type="datetime1">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3549050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06623-2E4A-4052-8853-9B9618D61543}" type="datetime1">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86393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6E2FB85-B862-4298-818E-2F5F2827B821}" type="datetime1">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412F84-AA69-4185-A895-1AC6C3BCB519}" type="slidenum">
              <a:rPr lang="en-US" smtClean="0"/>
              <a:t>‹#›</a:t>
            </a:fld>
            <a:endParaRPr lang="en-US"/>
          </a:p>
        </p:txBody>
      </p:sp>
    </p:spTree>
    <p:extLst>
      <p:ext uri="{BB962C8B-B14F-4D97-AF65-F5344CB8AC3E}">
        <p14:creationId xmlns:p14="http://schemas.microsoft.com/office/powerpoint/2010/main" val="1661668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1" type="blank">
  <p:cSld name="BLANK">
    <p:spTree>
      <p:nvGrpSpPr>
        <p:cNvPr id="1" name="Shape 67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_1">
  <p:cSld name="TITLE_1">
    <p:bg>
      <p:bgPr>
        <a:solidFill>
          <a:srgbClr val="FFFFFF"/>
        </a:solidFill>
        <a:effectLst/>
      </p:bgPr>
    </p:bg>
    <p:spTree>
      <p:nvGrpSpPr>
        <p:cNvPr id="1" name="Shape 73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95"/>
        <p:cNvGrpSpPr/>
        <p:nvPr/>
      </p:nvGrpSpPr>
      <p:grpSpPr>
        <a:xfrm>
          <a:off x="0" y="0"/>
          <a:ext cx="0" cy="0"/>
          <a:chOff x="0" y="0"/>
          <a:chExt cx="0" cy="0"/>
        </a:xfrm>
      </p:grpSpPr>
      <p:sp>
        <p:nvSpPr>
          <p:cNvPr id="696" name="Google Shape;696;p87"/>
          <p:cNvSpPr txBox="1">
            <a:spLocks noGrp="1"/>
          </p:cNvSpPr>
          <p:nvPr>
            <p:ph type="title"/>
          </p:nvPr>
        </p:nvSpPr>
        <p:spPr>
          <a:xfrm>
            <a:off x="241200" y="595867"/>
            <a:ext cx="117096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None/>
              <a:defRPr/>
            </a:lvl1pPr>
            <a:lvl2pPr lvl="1" rtl="0">
              <a:spcBef>
                <a:spcPts val="0"/>
              </a:spcBef>
              <a:spcAft>
                <a:spcPts val="0"/>
              </a:spcAft>
              <a:buSzPts val="4200"/>
              <a:buNone/>
              <a:defRPr/>
            </a:lvl2pPr>
            <a:lvl3pPr lvl="2" rtl="0">
              <a:spcBef>
                <a:spcPts val="0"/>
              </a:spcBef>
              <a:spcAft>
                <a:spcPts val="0"/>
              </a:spcAft>
              <a:buSzPts val="4200"/>
              <a:buNone/>
              <a:defRPr/>
            </a:lvl3pPr>
            <a:lvl4pPr lvl="3" rtl="0">
              <a:spcBef>
                <a:spcPts val="0"/>
              </a:spcBef>
              <a:spcAft>
                <a:spcPts val="0"/>
              </a:spcAft>
              <a:buSzPts val="4200"/>
              <a:buNone/>
              <a:defRPr/>
            </a:lvl4pPr>
            <a:lvl5pPr lvl="4" rtl="0">
              <a:spcBef>
                <a:spcPts val="0"/>
              </a:spcBef>
              <a:spcAft>
                <a:spcPts val="0"/>
              </a:spcAft>
              <a:buSzPts val="4200"/>
              <a:buNone/>
              <a:defRPr/>
            </a:lvl5pPr>
            <a:lvl6pPr lvl="5" rtl="0">
              <a:spcBef>
                <a:spcPts val="0"/>
              </a:spcBef>
              <a:spcAft>
                <a:spcPts val="0"/>
              </a:spcAft>
              <a:buSzPts val="4200"/>
              <a:buNone/>
              <a:defRPr/>
            </a:lvl6pPr>
            <a:lvl7pPr lvl="6" rtl="0">
              <a:spcBef>
                <a:spcPts val="0"/>
              </a:spcBef>
              <a:spcAft>
                <a:spcPts val="0"/>
              </a:spcAft>
              <a:buSzPts val="4200"/>
              <a:buNone/>
              <a:defRPr/>
            </a:lvl7pPr>
            <a:lvl8pPr lvl="7" rtl="0">
              <a:spcBef>
                <a:spcPts val="0"/>
              </a:spcBef>
              <a:spcAft>
                <a:spcPts val="0"/>
              </a:spcAft>
              <a:buSzPts val="4200"/>
              <a:buNone/>
              <a:defRPr/>
            </a:lvl8pPr>
            <a:lvl9pPr lvl="8" rtl="0">
              <a:spcBef>
                <a:spcPts val="0"/>
              </a:spcBef>
              <a:spcAft>
                <a:spcPts val="0"/>
              </a:spcAft>
              <a:buSzPts val="4200"/>
              <a:buNone/>
              <a:defRPr/>
            </a:lvl9pPr>
          </a:lstStyle>
          <a:p>
            <a:endParaRPr/>
          </a:p>
        </p:txBody>
      </p:sp>
      <p:sp>
        <p:nvSpPr>
          <p:cNvPr id="697" name="Google Shape;697;p87"/>
          <p:cNvSpPr txBox="1">
            <a:spLocks noGrp="1"/>
          </p:cNvSpPr>
          <p:nvPr>
            <p:ph type="sldNum" idx="12"/>
          </p:nvPr>
        </p:nvSpPr>
        <p:spPr>
          <a:xfrm>
            <a:off x="11271167" y="6395067"/>
            <a:ext cx="731600" cy="3692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pPr marL="0" lvl="0" indent="0" algn="l"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AND_BODY_1_1">
  <p:cSld name="TITLE_AND_BODY_1_1">
    <p:spTree>
      <p:nvGrpSpPr>
        <p:cNvPr id="1" name="Shape 683"/>
        <p:cNvGrpSpPr/>
        <p:nvPr/>
      </p:nvGrpSpPr>
      <p:grpSpPr>
        <a:xfrm>
          <a:off x="0" y="0"/>
          <a:ext cx="0" cy="0"/>
          <a:chOff x="0" y="0"/>
          <a:chExt cx="0" cy="0"/>
        </a:xfrm>
      </p:grpSpPr>
      <p:sp>
        <p:nvSpPr>
          <p:cNvPr id="684" name="Google Shape;684;p85"/>
          <p:cNvSpPr txBox="1">
            <a:spLocks noGrp="1"/>
          </p:cNvSpPr>
          <p:nvPr>
            <p:ph type="body" idx="1"/>
          </p:nvPr>
        </p:nvSpPr>
        <p:spPr>
          <a:xfrm>
            <a:off x="609600" y="318900"/>
            <a:ext cx="10972800" cy="6248800"/>
          </a:xfrm>
          <a:prstGeom prst="rect">
            <a:avLst/>
          </a:prstGeom>
        </p:spPr>
        <p:txBody>
          <a:bodyPr spcFirstLastPara="1" wrap="square" lIns="91425" tIns="91425" rIns="91425" bIns="91425" anchor="t" anchorCtr="0">
            <a:noAutofit/>
          </a:bodyPr>
          <a:lstStyle>
            <a:lvl1pPr marL="609585" lvl="0" indent="-474121" rtl="0">
              <a:lnSpc>
                <a:spcPct val="115000"/>
              </a:lnSpc>
              <a:spcBef>
                <a:spcPts val="2933"/>
              </a:spcBef>
              <a:spcAft>
                <a:spcPts val="0"/>
              </a:spcAft>
              <a:buSzPts val="2000"/>
              <a:buFont typeface="Verdana"/>
              <a:buChar char="•"/>
              <a:defRPr sz="2667">
                <a:latin typeface="Verdana"/>
                <a:ea typeface="Verdana"/>
                <a:cs typeface="Verdana"/>
                <a:sym typeface="Verdana"/>
              </a:defRPr>
            </a:lvl1pPr>
            <a:lvl2pPr marL="1219170" lvl="1" indent="-474121" rtl="0">
              <a:lnSpc>
                <a:spcPct val="115000"/>
              </a:lnSpc>
              <a:spcBef>
                <a:spcPts val="2933"/>
              </a:spcBef>
              <a:spcAft>
                <a:spcPts val="0"/>
              </a:spcAft>
              <a:buSzPts val="2000"/>
              <a:buFont typeface="Verdana"/>
              <a:buChar char="•"/>
              <a:defRPr sz="2667">
                <a:latin typeface="Verdana"/>
                <a:ea typeface="Verdana"/>
                <a:cs typeface="Verdana"/>
                <a:sym typeface="Verdana"/>
              </a:defRPr>
            </a:lvl2pPr>
            <a:lvl3pPr marL="1828754" lvl="2" indent="-474121" rtl="0">
              <a:lnSpc>
                <a:spcPct val="150000"/>
              </a:lnSpc>
              <a:spcBef>
                <a:spcPts val="2933"/>
              </a:spcBef>
              <a:spcAft>
                <a:spcPts val="0"/>
              </a:spcAft>
              <a:buSzPts val="2000"/>
              <a:buFont typeface="Verdana"/>
              <a:buChar char="•"/>
              <a:defRPr sz="2667">
                <a:latin typeface="Verdana"/>
                <a:ea typeface="Verdana"/>
                <a:cs typeface="Verdana"/>
                <a:sym typeface="Verdana"/>
              </a:defRPr>
            </a:lvl3pPr>
            <a:lvl4pPr marL="2438339" lvl="3" indent="-474121" rtl="0">
              <a:spcBef>
                <a:spcPts val="2933"/>
              </a:spcBef>
              <a:spcAft>
                <a:spcPts val="0"/>
              </a:spcAft>
              <a:buSzPts val="2000"/>
              <a:buFont typeface="Verdana"/>
              <a:buChar char="•"/>
              <a:defRPr sz="2667">
                <a:latin typeface="Verdana"/>
                <a:ea typeface="Verdana"/>
                <a:cs typeface="Verdana"/>
                <a:sym typeface="Verdana"/>
              </a:defRPr>
            </a:lvl4pPr>
            <a:lvl5pPr marL="3047924" lvl="4" indent="-474121" rtl="0">
              <a:spcBef>
                <a:spcPts val="2933"/>
              </a:spcBef>
              <a:spcAft>
                <a:spcPts val="0"/>
              </a:spcAft>
              <a:buSzPts val="2000"/>
              <a:buFont typeface="Verdana"/>
              <a:buChar char="•"/>
              <a:defRPr sz="2667">
                <a:latin typeface="Verdana"/>
                <a:ea typeface="Verdana"/>
                <a:cs typeface="Verdana"/>
                <a:sym typeface="Verdana"/>
              </a:defRPr>
            </a:lvl5pPr>
            <a:lvl6pPr marL="3657509" lvl="5" indent="-474121" rtl="0">
              <a:spcBef>
                <a:spcPts val="2933"/>
              </a:spcBef>
              <a:spcAft>
                <a:spcPts val="0"/>
              </a:spcAft>
              <a:buSzPts val="2000"/>
              <a:buFont typeface="Verdana"/>
              <a:buChar char="•"/>
              <a:defRPr sz="2667">
                <a:latin typeface="Verdana"/>
                <a:ea typeface="Verdana"/>
                <a:cs typeface="Verdana"/>
                <a:sym typeface="Verdana"/>
              </a:defRPr>
            </a:lvl6pPr>
            <a:lvl7pPr marL="4267093" lvl="6" indent="-474121" rtl="0">
              <a:spcBef>
                <a:spcPts val="2933"/>
              </a:spcBef>
              <a:spcAft>
                <a:spcPts val="0"/>
              </a:spcAft>
              <a:buSzPts val="2000"/>
              <a:buFont typeface="Verdana"/>
              <a:buChar char="•"/>
              <a:defRPr sz="2667">
                <a:latin typeface="Verdana"/>
                <a:ea typeface="Verdana"/>
                <a:cs typeface="Verdana"/>
                <a:sym typeface="Verdana"/>
              </a:defRPr>
            </a:lvl7pPr>
            <a:lvl8pPr marL="4876678" lvl="7" indent="-474121" rtl="0">
              <a:spcBef>
                <a:spcPts val="2933"/>
              </a:spcBef>
              <a:spcAft>
                <a:spcPts val="0"/>
              </a:spcAft>
              <a:buSzPts val="2000"/>
              <a:buFont typeface="Verdana"/>
              <a:buChar char="•"/>
              <a:defRPr sz="2667">
                <a:latin typeface="Verdana"/>
                <a:ea typeface="Verdana"/>
                <a:cs typeface="Verdana"/>
                <a:sym typeface="Verdana"/>
              </a:defRPr>
            </a:lvl8pPr>
            <a:lvl9pPr marL="5486263" lvl="8" indent="-474121" rtl="0">
              <a:spcBef>
                <a:spcPts val="2933"/>
              </a:spcBef>
              <a:spcAft>
                <a:spcPts val="0"/>
              </a:spcAft>
              <a:buSzPts val="2000"/>
              <a:buFont typeface="Verdana"/>
              <a:buChar char="•"/>
              <a:defRPr sz="2667">
                <a:latin typeface="Verdana"/>
                <a:ea typeface="Verdana"/>
                <a:cs typeface="Verdana"/>
                <a:sym typeface="Verdana"/>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Line Title with Bullets">
  <p:cSld name="One Line Title with Bullets">
    <p:spTree>
      <p:nvGrpSpPr>
        <p:cNvPr id="1" name="Shape 107"/>
        <p:cNvGrpSpPr/>
        <p:nvPr/>
      </p:nvGrpSpPr>
      <p:grpSpPr>
        <a:xfrm>
          <a:off x="0" y="0"/>
          <a:ext cx="0" cy="0"/>
          <a:chOff x="0" y="0"/>
          <a:chExt cx="0" cy="0"/>
        </a:xfrm>
      </p:grpSpPr>
      <p:sp>
        <p:nvSpPr>
          <p:cNvPr id="108" name="Google Shape;108;p13"/>
          <p:cNvSpPr txBox="1">
            <a:spLocks noGrp="1"/>
          </p:cNvSpPr>
          <p:nvPr>
            <p:ph type="title"/>
          </p:nvPr>
        </p:nvSpPr>
        <p:spPr>
          <a:xfrm>
            <a:off x="471500" y="198767"/>
            <a:ext cx="11200800" cy="865600"/>
          </a:xfrm>
          <a:prstGeom prst="rect">
            <a:avLst/>
          </a:prstGeom>
          <a:noFill/>
          <a:ln>
            <a:noFill/>
          </a:ln>
        </p:spPr>
        <p:txBody>
          <a:bodyPr spcFirstLastPara="1" wrap="square" lIns="91425" tIns="91425" rIns="91425" bIns="91425" anchor="t" anchorCtr="0">
            <a:noAutofit/>
          </a:bodyPr>
          <a:lstStyle>
            <a:lvl1pPr marL="0" marR="0" lvl="0" indent="-186262" algn="l" rtl="0">
              <a:spcBef>
                <a:spcPts val="0"/>
              </a:spcBef>
              <a:spcAft>
                <a:spcPts val="0"/>
              </a:spcAft>
              <a:buClr>
                <a:schemeClr val="dk1"/>
              </a:buClr>
              <a:buSzPts val="2200"/>
              <a:buFont typeface="Open Sans"/>
              <a:buChar char="●"/>
              <a:defRPr sz="2933">
                <a:solidFill>
                  <a:schemeClr val="dk1"/>
                </a:solidFill>
                <a:latin typeface="Open Sans"/>
                <a:ea typeface="Open Sans"/>
                <a:cs typeface="Open Sans"/>
                <a:sym typeface="Open Sans"/>
              </a:defRPr>
            </a:lvl1pPr>
            <a:lvl2pPr marL="0" marR="0" lvl="1" indent="-118530" algn="l" rtl="0">
              <a:spcBef>
                <a:spcPts val="0"/>
              </a:spcBef>
              <a:spcAft>
                <a:spcPts val="0"/>
              </a:spcAft>
              <a:buSzPts val="1400"/>
              <a:buChar char="○"/>
              <a:defRPr/>
            </a:lvl2pPr>
            <a:lvl3pPr marL="0" marR="0" lvl="2" indent="-118530" algn="l" rtl="0">
              <a:spcBef>
                <a:spcPts val="0"/>
              </a:spcBef>
              <a:spcAft>
                <a:spcPts val="0"/>
              </a:spcAft>
              <a:buSzPts val="1400"/>
              <a:buChar char="■"/>
              <a:defRPr/>
            </a:lvl3pPr>
            <a:lvl4pPr marL="0" marR="0" lvl="3" indent="-118530" algn="l" rtl="0">
              <a:spcBef>
                <a:spcPts val="0"/>
              </a:spcBef>
              <a:spcAft>
                <a:spcPts val="0"/>
              </a:spcAft>
              <a:buSzPts val="1400"/>
              <a:buChar char="●"/>
              <a:defRPr/>
            </a:lvl4pPr>
            <a:lvl5pPr marL="0" marR="0" lvl="4" indent="-118530" algn="l" rtl="0">
              <a:spcBef>
                <a:spcPts val="0"/>
              </a:spcBef>
              <a:spcAft>
                <a:spcPts val="0"/>
              </a:spcAft>
              <a:buSzPts val="1400"/>
              <a:buChar char="○"/>
              <a:defRPr/>
            </a:lvl5pPr>
            <a:lvl6pPr marL="609585" marR="0" lvl="5" indent="-118530" algn="l" rtl="0">
              <a:spcBef>
                <a:spcPts val="0"/>
              </a:spcBef>
              <a:spcAft>
                <a:spcPts val="0"/>
              </a:spcAft>
              <a:buSzPts val="1400"/>
              <a:buChar char="■"/>
              <a:defRPr/>
            </a:lvl6pPr>
            <a:lvl7pPr marL="1219170" marR="0" lvl="6" indent="-118530" algn="l" rtl="0">
              <a:spcBef>
                <a:spcPts val="0"/>
              </a:spcBef>
              <a:spcAft>
                <a:spcPts val="0"/>
              </a:spcAft>
              <a:buSzPts val="1400"/>
              <a:buChar char="●"/>
              <a:defRPr/>
            </a:lvl7pPr>
            <a:lvl8pPr marL="1828754" marR="0" lvl="7" indent="-118530" algn="l" rtl="0">
              <a:spcBef>
                <a:spcPts val="0"/>
              </a:spcBef>
              <a:spcAft>
                <a:spcPts val="0"/>
              </a:spcAft>
              <a:buSzPts val="1400"/>
              <a:buChar char="○"/>
              <a:defRPr/>
            </a:lvl8pPr>
            <a:lvl9pPr marL="2438339" marR="0" lvl="8" indent="-118530" algn="l" rtl="0">
              <a:spcBef>
                <a:spcPts val="0"/>
              </a:spcBef>
              <a:spcAft>
                <a:spcPts val="0"/>
              </a:spcAft>
              <a:buSzPts val="1400"/>
              <a:buChar char="■"/>
              <a:defRPr/>
            </a:lvl9pPr>
          </a:lstStyle>
          <a:p>
            <a:endParaRPr/>
          </a:p>
        </p:txBody>
      </p:sp>
      <p:sp>
        <p:nvSpPr>
          <p:cNvPr id="109" name="Google Shape;109;p13"/>
          <p:cNvSpPr txBox="1">
            <a:spLocks noGrp="1"/>
          </p:cNvSpPr>
          <p:nvPr>
            <p:ph type="body" idx="1"/>
          </p:nvPr>
        </p:nvSpPr>
        <p:spPr>
          <a:xfrm>
            <a:off x="323533" y="1124733"/>
            <a:ext cx="11404000" cy="4936800"/>
          </a:xfrm>
          <a:prstGeom prst="rect">
            <a:avLst/>
          </a:prstGeom>
          <a:noFill/>
          <a:ln>
            <a:noFill/>
          </a:ln>
        </p:spPr>
        <p:txBody>
          <a:bodyPr spcFirstLastPara="1" wrap="square" lIns="91425" tIns="91425" rIns="91425" bIns="91425" anchor="t" anchorCtr="0">
            <a:noAutofit/>
          </a:bodyPr>
          <a:lstStyle>
            <a:lvl1pPr marL="609585" marR="0" lvl="0" indent="-440256" algn="l" rtl="0">
              <a:lnSpc>
                <a:spcPct val="100000"/>
              </a:lnSpc>
              <a:spcBef>
                <a:spcPts val="800"/>
              </a:spcBef>
              <a:spcAft>
                <a:spcPts val="0"/>
              </a:spcAft>
              <a:buSzPts val="1600"/>
              <a:buFont typeface="Open Sans"/>
              <a:buChar char="•"/>
              <a:defRPr sz="2133">
                <a:latin typeface="Open Sans"/>
                <a:ea typeface="Open Sans"/>
                <a:cs typeface="Open Sans"/>
                <a:sym typeface="Open Sans"/>
              </a:defRPr>
            </a:lvl1pPr>
            <a:lvl2pPr marL="1219170" marR="0" lvl="1" indent="-423323" algn="l" rtl="0">
              <a:lnSpc>
                <a:spcPct val="100000"/>
              </a:lnSpc>
              <a:spcBef>
                <a:spcPts val="800"/>
              </a:spcBef>
              <a:spcAft>
                <a:spcPts val="0"/>
              </a:spcAft>
              <a:buSzPts val="1400"/>
              <a:buFont typeface="Open Sans"/>
              <a:buChar char="–"/>
              <a:defRPr sz="1867">
                <a:latin typeface="Open Sans"/>
                <a:ea typeface="Open Sans"/>
                <a:cs typeface="Open Sans"/>
                <a:sym typeface="Open Sans"/>
              </a:defRPr>
            </a:lvl2pPr>
            <a:lvl3pPr marL="1828754" marR="0" lvl="2" indent="-406390" algn="l" rtl="0">
              <a:lnSpc>
                <a:spcPct val="100000"/>
              </a:lnSpc>
              <a:spcBef>
                <a:spcPts val="800"/>
              </a:spcBef>
              <a:spcAft>
                <a:spcPts val="0"/>
              </a:spcAft>
              <a:buSzPts val="1200"/>
              <a:buFont typeface="Open Sans"/>
              <a:buChar char="•"/>
              <a:defRPr sz="1600">
                <a:latin typeface="Open Sans"/>
                <a:ea typeface="Open Sans"/>
                <a:cs typeface="Open Sans"/>
                <a:sym typeface="Open Sans"/>
              </a:defRPr>
            </a:lvl3pPr>
            <a:lvl4pPr marL="2438339" marR="0" lvl="3" indent="-406390" algn="l" rtl="0">
              <a:lnSpc>
                <a:spcPct val="100000"/>
              </a:lnSpc>
              <a:spcBef>
                <a:spcPts val="800"/>
              </a:spcBef>
              <a:spcAft>
                <a:spcPts val="0"/>
              </a:spcAft>
              <a:buSzPts val="1200"/>
              <a:buFont typeface="Open Sans"/>
              <a:buChar char="–"/>
              <a:defRPr sz="1600">
                <a:latin typeface="Open Sans"/>
                <a:ea typeface="Open Sans"/>
                <a:cs typeface="Open Sans"/>
                <a:sym typeface="Open Sans"/>
              </a:defRPr>
            </a:lvl4pPr>
            <a:lvl5pPr marL="3047924" marR="0" lvl="4" indent="-389457" algn="l" rtl="0">
              <a:lnSpc>
                <a:spcPct val="100000"/>
              </a:lnSpc>
              <a:spcBef>
                <a:spcPts val="800"/>
              </a:spcBef>
              <a:spcAft>
                <a:spcPts val="0"/>
              </a:spcAft>
              <a:buSzPts val="1000"/>
              <a:buFont typeface="Open Sans"/>
              <a:buChar char="»"/>
              <a:defRPr sz="1333">
                <a:latin typeface="Open Sans"/>
                <a:ea typeface="Open Sans"/>
                <a:cs typeface="Open Sans"/>
                <a:sym typeface="Open Sans"/>
              </a:defRPr>
            </a:lvl5pPr>
            <a:lvl6pPr marL="3657509" marR="0" lvl="5" indent="-389457" algn="l" rtl="0">
              <a:spcBef>
                <a:spcPts val="533"/>
              </a:spcBef>
              <a:spcAft>
                <a:spcPts val="0"/>
              </a:spcAft>
              <a:buSzPts val="1000"/>
              <a:buFont typeface="Open Sans"/>
              <a:buChar char="•"/>
              <a:defRPr sz="1333">
                <a:latin typeface="Open Sans"/>
                <a:ea typeface="Open Sans"/>
                <a:cs typeface="Open Sans"/>
                <a:sym typeface="Open Sans"/>
              </a:defRPr>
            </a:lvl6pPr>
            <a:lvl7pPr marL="4267093" marR="0" lvl="6" indent="-389457" algn="l" rtl="0">
              <a:spcBef>
                <a:spcPts val="533"/>
              </a:spcBef>
              <a:spcAft>
                <a:spcPts val="0"/>
              </a:spcAft>
              <a:buSzPts val="1000"/>
              <a:buFont typeface="Open Sans"/>
              <a:buChar char="•"/>
              <a:defRPr sz="1333">
                <a:latin typeface="Open Sans"/>
                <a:ea typeface="Open Sans"/>
                <a:cs typeface="Open Sans"/>
                <a:sym typeface="Open Sans"/>
              </a:defRPr>
            </a:lvl7pPr>
            <a:lvl8pPr marL="4876678" marR="0" lvl="7" indent="-389457" algn="l" rtl="0">
              <a:spcBef>
                <a:spcPts val="533"/>
              </a:spcBef>
              <a:spcAft>
                <a:spcPts val="0"/>
              </a:spcAft>
              <a:buSzPts val="1000"/>
              <a:buFont typeface="Open Sans"/>
              <a:buChar char="•"/>
              <a:defRPr sz="1333">
                <a:latin typeface="Open Sans"/>
                <a:ea typeface="Open Sans"/>
                <a:cs typeface="Open Sans"/>
                <a:sym typeface="Open Sans"/>
              </a:defRPr>
            </a:lvl8pPr>
            <a:lvl9pPr marL="5486263" marR="0" lvl="8" indent="-389457" algn="l" rtl="0">
              <a:spcBef>
                <a:spcPts val="533"/>
              </a:spcBef>
              <a:spcAft>
                <a:spcPts val="0"/>
              </a:spcAft>
              <a:buSzPts val="1000"/>
              <a:buFont typeface="Open Sans"/>
              <a:buChar char="•"/>
              <a:defRPr sz="1333">
                <a:latin typeface="Open Sans"/>
                <a:ea typeface="Open Sans"/>
                <a:cs typeface="Open Sans"/>
                <a:sym typeface="Open Sans"/>
              </a:defRPr>
            </a:lvl9pPr>
          </a:lstStyle>
          <a:p>
            <a:endParaRPr/>
          </a:p>
        </p:txBody>
      </p:sp>
      <p:pic>
        <p:nvPicPr>
          <p:cNvPr id="110" name="Google Shape;110;p13" descr="Rule.png"/>
          <p:cNvPicPr preferRelativeResize="0"/>
          <p:nvPr/>
        </p:nvPicPr>
        <p:blipFill>
          <a:blip r:embed="rId2">
            <a:alphaModFix/>
          </a:blip>
          <a:stretch>
            <a:fillRect/>
          </a:stretch>
        </p:blipFill>
        <p:spPr>
          <a:xfrm>
            <a:off x="0" y="6257120"/>
            <a:ext cx="12192000" cy="35560"/>
          </a:xfrm>
          <a:prstGeom prst="rect">
            <a:avLst/>
          </a:prstGeom>
          <a:noFill/>
          <a:ln>
            <a:noFill/>
          </a:ln>
        </p:spPr>
      </p:pic>
      <p:sp>
        <p:nvSpPr>
          <p:cNvPr id="111" name="Google Shape;111;p13"/>
          <p:cNvSpPr txBox="1">
            <a:spLocks noGrp="1"/>
          </p:cNvSpPr>
          <p:nvPr>
            <p:ph type="body" idx="2"/>
          </p:nvPr>
        </p:nvSpPr>
        <p:spPr>
          <a:xfrm>
            <a:off x="3803233" y="6213967"/>
            <a:ext cx="7882400" cy="666000"/>
          </a:xfrm>
          <a:prstGeom prst="rect">
            <a:avLst/>
          </a:prstGeom>
        </p:spPr>
        <p:txBody>
          <a:bodyPr spcFirstLastPara="1" wrap="square" lIns="91425" tIns="91425" rIns="91425" bIns="91425" anchor="ctr" anchorCtr="0">
            <a:noAutofit/>
          </a:bodyPr>
          <a:lstStyle>
            <a:lvl1pPr marL="609585" lvl="0" indent="-372524" algn="r" rtl="0">
              <a:spcBef>
                <a:spcPts val="800"/>
              </a:spcBef>
              <a:spcAft>
                <a:spcPts val="0"/>
              </a:spcAft>
              <a:buClr>
                <a:srgbClr val="262628"/>
              </a:buClr>
              <a:buSzPts val="800"/>
              <a:buChar char="•"/>
              <a:defRPr sz="1067">
                <a:solidFill>
                  <a:srgbClr val="262628"/>
                </a:solidFill>
              </a:defRPr>
            </a:lvl1pPr>
            <a:lvl2pPr marL="1219170" lvl="1" indent="-372524" algn="r" rtl="0">
              <a:spcBef>
                <a:spcPts val="800"/>
              </a:spcBef>
              <a:spcAft>
                <a:spcPts val="0"/>
              </a:spcAft>
              <a:buSzPts val="800"/>
              <a:buChar char="–"/>
              <a:defRPr sz="1067"/>
            </a:lvl2pPr>
            <a:lvl3pPr marL="1828754" lvl="2" indent="-372524" algn="r" rtl="0">
              <a:spcBef>
                <a:spcPts val="800"/>
              </a:spcBef>
              <a:spcAft>
                <a:spcPts val="0"/>
              </a:spcAft>
              <a:buSzPts val="800"/>
              <a:buChar char="•"/>
              <a:defRPr sz="1067"/>
            </a:lvl3pPr>
            <a:lvl4pPr marL="2438339" lvl="3" indent="-372524" algn="r" rtl="0">
              <a:spcBef>
                <a:spcPts val="800"/>
              </a:spcBef>
              <a:spcAft>
                <a:spcPts val="0"/>
              </a:spcAft>
              <a:buSzPts val="800"/>
              <a:buChar char="–"/>
              <a:defRPr sz="1067"/>
            </a:lvl4pPr>
            <a:lvl5pPr marL="3047924" lvl="4" indent="-372524" algn="r" rtl="0">
              <a:spcBef>
                <a:spcPts val="800"/>
              </a:spcBef>
              <a:spcAft>
                <a:spcPts val="0"/>
              </a:spcAft>
              <a:buSzPts val="800"/>
              <a:buChar char="»"/>
              <a:defRPr sz="1067"/>
            </a:lvl5pPr>
            <a:lvl6pPr marL="3657509" lvl="5" indent="-372524" algn="r" rtl="0">
              <a:spcBef>
                <a:spcPts val="533"/>
              </a:spcBef>
              <a:spcAft>
                <a:spcPts val="0"/>
              </a:spcAft>
              <a:buSzPts val="800"/>
              <a:buChar char="•"/>
              <a:defRPr sz="1067"/>
            </a:lvl6pPr>
            <a:lvl7pPr marL="4267093" lvl="6" indent="-372524" algn="r" rtl="0">
              <a:spcBef>
                <a:spcPts val="533"/>
              </a:spcBef>
              <a:spcAft>
                <a:spcPts val="0"/>
              </a:spcAft>
              <a:buSzPts val="800"/>
              <a:buChar char="•"/>
              <a:defRPr sz="1067"/>
            </a:lvl7pPr>
            <a:lvl8pPr marL="4876678" lvl="7" indent="-372524" algn="r" rtl="0">
              <a:spcBef>
                <a:spcPts val="533"/>
              </a:spcBef>
              <a:spcAft>
                <a:spcPts val="0"/>
              </a:spcAft>
              <a:buSzPts val="800"/>
              <a:buChar char="•"/>
              <a:defRPr sz="1067"/>
            </a:lvl8pPr>
            <a:lvl9pPr marL="5486263" lvl="8" indent="-372524" algn="r" rtl="0">
              <a:spcBef>
                <a:spcPts val="533"/>
              </a:spcBef>
              <a:spcAft>
                <a:spcPts val="0"/>
              </a:spcAft>
              <a:buSzPts val="800"/>
              <a:buChar char="•"/>
              <a:defRPr sz="1067"/>
            </a:lvl9pPr>
          </a:lstStyle>
          <a:p>
            <a:endParaRPr/>
          </a:p>
        </p:txBody>
      </p:sp>
      <p:sp>
        <p:nvSpPr>
          <p:cNvPr id="112" name="Google Shape;112;p13"/>
          <p:cNvSpPr/>
          <p:nvPr/>
        </p:nvSpPr>
        <p:spPr>
          <a:xfrm>
            <a:off x="10313697" y="6248793"/>
            <a:ext cx="275200" cy="36400"/>
          </a:xfrm>
          <a:prstGeom prst="rect">
            <a:avLst/>
          </a:prstGeom>
          <a:solidFill>
            <a:srgbClr val="3369E8"/>
          </a:solidFill>
          <a:ln>
            <a:noFill/>
          </a:ln>
        </p:spPr>
        <p:txBody>
          <a:bodyPr spcFirstLastPara="1" wrap="square" lIns="121900" tIns="60933" rIns="121900" bIns="60933" anchor="t" anchorCtr="0">
            <a:noAutofit/>
          </a:bodyPr>
          <a:lstStyle/>
          <a:p>
            <a:pPr marL="0" marR="0" lvl="0" indent="0" algn="l" rtl="0">
              <a:lnSpc>
                <a:spcPct val="100000"/>
              </a:lnSpc>
              <a:spcBef>
                <a:spcPts val="0"/>
              </a:spcBef>
              <a:spcAft>
                <a:spcPts val="0"/>
              </a:spcAft>
              <a:buClr>
                <a:srgbClr val="000000"/>
              </a:buClr>
              <a:buFont typeface="Arial"/>
              <a:buNone/>
            </a:pPr>
            <a:endParaRPr sz="1867" b="0" i="0" u="none" strike="noStrike" cap="none">
              <a:solidFill>
                <a:srgbClr val="000000"/>
              </a:solidFill>
              <a:latin typeface="Arial"/>
              <a:ea typeface="Arial"/>
              <a:cs typeface="Arial"/>
              <a:sym typeface="Arial"/>
            </a:endParaRPr>
          </a:p>
        </p:txBody>
      </p:sp>
      <p:sp>
        <p:nvSpPr>
          <p:cNvPr id="113" name="Google Shape;113;p13"/>
          <p:cNvSpPr/>
          <p:nvPr/>
        </p:nvSpPr>
        <p:spPr>
          <a:xfrm>
            <a:off x="11135079" y="6248793"/>
            <a:ext cx="273600" cy="36400"/>
          </a:xfrm>
          <a:prstGeom prst="rect">
            <a:avLst/>
          </a:prstGeom>
          <a:solidFill>
            <a:srgbClr val="D50F25"/>
          </a:solidFill>
          <a:ln>
            <a:noFill/>
          </a:ln>
        </p:spPr>
        <p:txBody>
          <a:bodyPr spcFirstLastPara="1" wrap="square" lIns="121900" tIns="60933" rIns="121900" bIns="60933" anchor="t" anchorCtr="0">
            <a:noAutofit/>
          </a:bodyPr>
          <a:lstStyle/>
          <a:p>
            <a:pPr marL="0" marR="0" lvl="0" indent="0" algn="l" rtl="0">
              <a:lnSpc>
                <a:spcPct val="100000"/>
              </a:lnSpc>
              <a:spcBef>
                <a:spcPts val="0"/>
              </a:spcBef>
              <a:spcAft>
                <a:spcPts val="0"/>
              </a:spcAft>
              <a:buClr>
                <a:srgbClr val="000000"/>
              </a:buClr>
              <a:buFont typeface="Arial"/>
              <a:buNone/>
            </a:pPr>
            <a:endParaRPr sz="1867" b="0" i="0" u="none" strike="noStrike" cap="none">
              <a:solidFill>
                <a:srgbClr val="000000"/>
              </a:solidFill>
              <a:latin typeface="Arial"/>
              <a:ea typeface="Arial"/>
              <a:cs typeface="Arial"/>
              <a:sym typeface="Arial"/>
            </a:endParaRPr>
          </a:p>
        </p:txBody>
      </p:sp>
      <p:sp>
        <p:nvSpPr>
          <p:cNvPr id="114" name="Google Shape;114;p13"/>
          <p:cNvSpPr/>
          <p:nvPr/>
        </p:nvSpPr>
        <p:spPr>
          <a:xfrm>
            <a:off x="11408455" y="6248793"/>
            <a:ext cx="275200" cy="36400"/>
          </a:xfrm>
          <a:prstGeom prst="rect">
            <a:avLst/>
          </a:prstGeom>
          <a:solidFill>
            <a:srgbClr val="C9CDCD"/>
          </a:solidFill>
          <a:ln>
            <a:noFill/>
          </a:ln>
        </p:spPr>
        <p:txBody>
          <a:bodyPr spcFirstLastPara="1" wrap="square" lIns="121900" tIns="60933" rIns="121900" bIns="60933" anchor="t" anchorCtr="0">
            <a:noAutofit/>
          </a:bodyPr>
          <a:lstStyle/>
          <a:p>
            <a:pPr marL="0" marR="0" lvl="0" indent="0" algn="l" rtl="0">
              <a:lnSpc>
                <a:spcPct val="100000"/>
              </a:lnSpc>
              <a:spcBef>
                <a:spcPts val="0"/>
              </a:spcBef>
              <a:spcAft>
                <a:spcPts val="0"/>
              </a:spcAft>
              <a:buClr>
                <a:srgbClr val="000000"/>
              </a:buClr>
              <a:buFont typeface="Arial"/>
              <a:buNone/>
            </a:pPr>
            <a:endParaRPr sz="1867" b="0" i="0" u="none" strike="noStrike" cap="none">
              <a:solidFill>
                <a:srgbClr val="000000"/>
              </a:solidFill>
              <a:latin typeface="Arial"/>
              <a:ea typeface="Arial"/>
              <a:cs typeface="Arial"/>
              <a:sym typeface="Arial"/>
            </a:endParaRPr>
          </a:p>
        </p:txBody>
      </p:sp>
      <p:sp>
        <p:nvSpPr>
          <p:cNvPr id="115" name="Google Shape;115;p13"/>
          <p:cNvSpPr/>
          <p:nvPr/>
        </p:nvSpPr>
        <p:spPr>
          <a:xfrm>
            <a:off x="10588528" y="6248793"/>
            <a:ext cx="275200" cy="36400"/>
          </a:xfrm>
          <a:prstGeom prst="rect">
            <a:avLst/>
          </a:prstGeom>
          <a:solidFill>
            <a:srgbClr val="EEB211"/>
          </a:solidFill>
          <a:ln>
            <a:noFill/>
          </a:ln>
        </p:spPr>
        <p:txBody>
          <a:bodyPr spcFirstLastPara="1" wrap="square" lIns="121900" tIns="60933" rIns="121900" bIns="60933" anchor="t" anchorCtr="0">
            <a:noAutofit/>
          </a:bodyPr>
          <a:lstStyle/>
          <a:p>
            <a:pPr marL="0" marR="0" lvl="0" indent="0" algn="l" rtl="0">
              <a:lnSpc>
                <a:spcPct val="100000"/>
              </a:lnSpc>
              <a:spcBef>
                <a:spcPts val="0"/>
              </a:spcBef>
              <a:spcAft>
                <a:spcPts val="0"/>
              </a:spcAft>
              <a:buClr>
                <a:srgbClr val="000000"/>
              </a:buClr>
              <a:buFont typeface="Arial"/>
              <a:buNone/>
            </a:pPr>
            <a:endParaRPr sz="1867" b="0" i="0" u="none" strike="noStrike" cap="none">
              <a:solidFill>
                <a:srgbClr val="000000"/>
              </a:solidFill>
              <a:latin typeface="Arial"/>
              <a:ea typeface="Arial"/>
              <a:cs typeface="Arial"/>
              <a:sym typeface="Arial"/>
            </a:endParaRPr>
          </a:p>
        </p:txBody>
      </p:sp>
      <p:sp>
        <p:nvSpPr>
          <p:cNvPr id="116" name="Google Shape;116;p13"/>
          <p:cNvSpPr/>
          <p:nvPr/>
        </p:nvSpPr>
        <p:spPr>
          <a:xfrm>
            <a:off x="10863359" y="6248793"/>
            <a:ext cx="273200" cy="36400"/>
          </a:xfrm>
          <a:prstGeom prst="rect">
            <a:avLst/>
          </a:prstGeom>
          <a:solidFill>
            <a:srgbClr val="009925"/>
          </a:solidFill>
          <a:ln>
            <a:noFill/>
          </a:ln>
        </p:spPr>
        <p:txBody>
          <a:bodyPr spcFirstLastPara="1" wrap="square" lIns="121900" tIns="60933" rIns="121900" bIns="60933" anchor="t" anchorCtr="0">
            <a:noAutofit/>
          </a:bodyPr>
          <a:lstStyle/>
          <a:p>
            <a:pPr marL="0" marR="0" lvl="0" indent="0" algn="l" rtl="0">
              <a:lnSpc>
                <a:spcPct val="100000"/>
              </a:lnSpc>
              <a:spcBef>
                <a:spcPts val="0"/>
              </a:spcBef>
              <a:spcAft>
                <a:spcPts val="0"/>
              </a:spcAft>
              <a:buClr>
                <a:srgbClr val="000000"/>
              </a:buClr>
              <a:buFont typeface="Arial"/>
              <a:buNone/>
            </a:pPr>
            <a:endParaRPr sz="1867" b="0" i="0" u="none" strike="noStrike" cap="none">
              <a:solidFill>
                <a:srgbClr val="000000"/>
              </a:solidFill>
              <a:latin typeface="Arial"/>
              <a:ea typeface="Arial"/>
              <a:cs typeface="Arial"/>
              <a:sym typeface="Arial"/>
            </a:endParaRPr>
          </a:p>
        </p:txBody>
      </p:sp>
      <p:pic>
        <p:nvPicPr>
          <p:cNvPr id="117" name="Google Shape;117;p13"/>
          <p:cNvPicPr preferRelativeResize="0"/>
          <p:nvPr/>
        </p:nvPicPr>
        <p:blipFill>
          <a:blip r:embed="rId3">
            <a:alphaModFix/>
          </a:blip>
          <a:stretch>
            <a:fillRect/>
          </a:stretch>
        </p:blipFill>
        <p:spPr>
          <a:xfrm>
            <a:off x="113033" y="6377533"/>
            <a:ext cx="2225467" cy="470067"/>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AB4E53C-DAAC-4B25-BEC6-EEDE1152D07E}" type="datetime1">
              <a:rPr lang="en-US" smtClean="0"/>
              <a:t>8/18/2026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B412F84-AA69-4185-A895-1AC6C3BCB519}"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83710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8"/>
        <p:cNvGrpSpPr/>
        <p:nvPr/>
      </p:nvGrpSpPr>
      <p:grpSpPr>
        <a:xfrm>
          <a:off x="0" y="0"/>
          <a:ext cx="0" cy="0"/>
          <a:chOff x="0" y="0"/>
          <a:chExt cx="0" cy="0"/>
        </a:xfrm>
      </p:grpSpPr>
      <p:sp>
        <p:nvSpPr>
          <p:cNvPr id="259" name="Google Shape;259;p43"/>
          <p:cNvSpPr txBox="1">
            <a:spLocks noGrp="1"/>
          </p:cNvSpPr>
          <p:nvPr>
            <p:ph type="body" idx="1"/>
          </p:nvPr>
        </p:nvSpPr>
        <p:spPr>
          <a:xfrm>
            <a:off x="454217" y="1504884"/>
            <a:ext cx="10502800" cy="4603600"/>
          </a:xfrm>
          <a:prstGeom prst="rect">
            <a:avLst/>
          </a:prstGeom>
          <a:noFill/>
          <a:ln>
            <a:noFill/>
          </a:ln>
        </p:spPr>
        <p:txBody>
          <a:bodyPr spcFirstLastPara="1" wrap="square" lIns="91425" tIns="91425" rIns="91425" bIns="91425" anchor="t" anchorCtr="0">
            <a:noAutofit/>
          </a:bodyPr>
          <a:lstStyle>
            <a:lvl1pPr marL="457200" marR="0" lvl="0"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1pPr>
            <a:lvl2pPr marL="914400" marR="0" lvl="1"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2pPr>
            <a:lvl3pPr marL="1371600" marR="0" lvl="2"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3pPr>
            <a:lvl4pPr marL="1828800" marR="0" lvl="3"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4pPr>
            <a:lvl5pPr marL="2286000" marR="0" lvl="4"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5pPr>
            <a:lvl6pPr marL="2743200" marR="0" lvl="5"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6pPr>
            <a:lvl7pPr marL="3200400" marR="0" lvl="6"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7pPr>
            <a:lvl8pPr marL="3657600" marR="0" lvl="7"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8pPr>
            <a:lvl9pPr marL="4114800" marR="0" lvl="8" indent="-285750" algn="l" rtl="0">
              <a:lnSpc>
                <a:spcPct val="100000"/>
              </a:lnSpc>
              <a:spcBef>
                <a:spcPts val="2200"/>
              </a:spcBef>
              <a:spcAft>
                <a:spcPts val="0"/>
              </a:spcAft>
              <a:buClr>
                <a:srgbClr val="80868B"/>
              </a:buClr>
              <a:buSzPts val="900"/>
              <a:buFont typeface="Roboto"/>
              <a:buChar char="•"/>
              <a:defRPr sz="900" b="0" i="0" u="none" strike="noStrike" cap="none">
                <a:solidFill>
                  <a:srgbClr val="80868B"/>
                </a:solidFill>
                <a:latin typeface="Roboto"/>
                <a:ea typeface="Roboto"/>
                <a:cs typeface="Roboto"/>
                <a:sym typeface="Roboto"/>
              </a:defRPr>
            </a:lvl9pPr>
          </a:lstStyle>
          <a:p>
            <a:endParaRPr/>
          </a:p>
        </p:txBody>
      </p:sp>
      <p:sp>
        <p:nvSpPr>
          <p:cNvPr id="260" name="Google Shape;260;p43"/>
          <p:cNvSpPr txBox="1">
            <a:spLocks noGrp="1"/>
          </p:cNvSpPr>
          <p:nvPr>
            <p:ph type="title"/>
          </p:nvPr>
        </p:nvSpPr>
        <p:spPr>
          <a:xfrm>
            <a:off x="527584" y="658217"/>
            <a:ext cx="10502800" cy="11432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3C4043"/>
              </a:buClr>
              <a:buSzPts val="2400"/>
              <a:buFont typeface="Google Sans"/>
              <a:buNone/>
              <a:defRPr sz="2400" b="0" i="0" u="none" strike="noStrike" cap="none">
                <a:solidFill>
                  <a:srgbClr val="3C4043"/>
                </a:solidFill>
                <a:latin typeface="Google Sans"/>
                <a:ea typeface="Google Sans"/>
                <a:cs typeface="Google Sans"/>
                <a:sym typeface="Google Sans"/>
              </a:defRPr>
            </a:lvl1pPr>
            <a:lvl2pPr marR="0" lvl="1"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4200"/>
              <a:buFont typeface="Helvetica Neue Light"/>
              <a:buNone/>
              <a:defRPr sz="4200" b="0" i="0" u="none" strike="noStrike" cap="none">
                <a:solidFill>
                  <a:srgbClr val="000000"/>
                </a:solidFill>
                <a:latin typeface="Helvetica Neue Light"/>
                <a:ea typeface="Helvetica Neue Light"/>
                <a:cs typeface="Helvetica Neue Light"/>
                <a:sym typeface="Helvetica Neue Light"/>
              </a:defRPr>
            </a:lvl9pPr>
          </a:lstStyle>
          <a:p>
            <a:endParaRPr/>
          </a:p>
        </p:txBody>
      </p:sp>
    </p:spTree>
  </p:cSld>
  <p:clrMap bg1="lt1" tx1="dk1" bg2="dk2" tx2="lt2" accent1="accent1" accent2="accent2" accent3="accent3" accent4="accent4" accent5="accent5" accent6="accent6" hlink="hlink" folHlink="folHlink"/>
  <p:sldLayoutIdLst>
    <p:sldLayoutId id="2147483725" r:id="rId1"/>
    <p:sldLayoutId id="2147483738" r:id="rId2"/>
    <p:sldLayoutId id="2147483731" r:id="rId3"/>
    <p:sldLayoutId id="2147483729"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500" y="198767"/>
            <a:ext cx="11200800" cy="865600"/>
          </a:xfrm>
          <a:prstGeom prst="rect">
            <a:avLst/>
          </a:prstGeom>
          <a:noFill/>
          <a:ln>
            <a:noFill/>
          </a:ln>
        </p:spPr>
        <p:txBody>
          <a:bodyPr spcFirstLastPara="1" wrap="square" lIns="91425" tIns="91425" rIns="91425" bIns="91425" anchor="t" anchorCtr="0">
            <a:noAutofit/>
          </a:bodyPr>
          <a:lstStyle>
            <a:lvl1pPr marL="0" marR="0" lvl="0" indent="-139700" algn="l" rtl="0">
              <a:spcBef>
                <a:spcPts val="0"/>
              </a:spcBef>
              <a:spcAft>
                <a:spcPts val="0"/>
              </a:spcAft>
              <a:buClr>
                <a:schemeClr val="dk1"/>
              </a:buClr>
              <a:buSzPts val="2200"/>
              <a:buFont typeface="Open Sans"/>
              <a:buChar char="●"/>
              <a:defRPr sz="2200">
                <a:solidFill>
                  <a:schemeClr val="dk1"/>
                </a:solidFill>
                <a:latin typeface="Open Sans"/>
                <a:ea typeface="Open Sans"/>
                <a:cs typeface="Open Sans"/>
                <a:sym typeface="Open Sans"/>
              </a:defRPr>
            </a:lvl1pPr>
            <a:lvl2pPr marL="0" marR="0" lvl="1" indent="-88900" algn="l" rtl="0">
              <a:spcBef>
                <a:spcPts val="0"/>
              </a:spcBef>
              <a:spcAft>
                <a:spcPts val="0"/>
              </a:spcAft>
              <a:buSzPts val="1400"/>
              <a:buChar char="○"/>
              <a:defRPr/>
            </a:lvl2pPr>
            <a:lvl3pPr marL="0" marR="0" lvl="2" indent="-88900" algn="l" rtl="0">
              <a:spcBef>
                <a:spcPts val="0"/>
              </a:spcBef>
              <a:spcAft>
                <a:spcPts val="0"/>
              </a:spcAft>
              <a:buSzPts val="1400"/>
              <a:buChar char="■"/>
              <a:defRPr/>
            </a:lvl3pPr>
            <a:lvl4pPr marL="0" marR="0" lvl="3" indent="-88900" algn="l" rtl="0">
              <a:spcBef>
                <a:spcPts val="0"/>
              </a:spcBef>
              <a:spcAft>
                <a:spcPts val="0"/>
              </a:spcAft>
              <a:buSzPts val="1400"/>
              <a:buChar char="●"/>
              <a:defRPr/>
            </a:lvl4pPr>
            <a:lvl5pPr marL="0" marR="0" lvl="4" indent="-88900" algn="l" rtl="0">
              <a:spcBef>
                <a:spcPts val="0"/>
              </a:spcBef>
              <a:spcAft>
                <a:spcPts val="0"/>
              </a:spcAft>
              <a:buSzPts val="1400"/>
              <a:buChar char="○"/>
              <a:defRPr/>
            </a:lvl5pPr>
            <a:lvl6pPr marL="457200" marR="0" lvl="5" indent="-88900" algn="l" rtl="0">
              <a:spcBef>
                <a:spcPts val="0"/>
              </a:spcBef>
              <a:spcAft>
                <a:spcPts val="0"/>
              </a:spcAft>
              <a:buSzPts val="1400"/>
              <a:buChar char="■"/>
              <a:defRPr/>
            </a:lvl6pPr>
            <a:lvl7pPr marL="914400" marR="0" lvl="6" indent="-88900" algn="l" rtl="0">
              <a:spcBef>
                <a:spcPts val="0"/>
              </a:spcBef>
              <a:spcAft>
                <a:spcPts val="0"/>
              </a:spcAft>
              <a:buSzPts val="1400"/>
              <a:buChar char="●"/>
              <a:defRPr/>
            </a:lvl7pPr>
            <a:lvl8pPr marL="1371600" marR="0" lvl="7" indent="-88900" algn="l" rtl="0">
              <a:spcBef>
                <a:spcPts val="0"/>
              </a:spcBef>
              <a:spcAft>
                <a:spcPts val="0"/>
              </a:spcAft>
              <a:buSzPts val="1400"/>
              <a:buChar char="○"/>
              <a:defRPr/>
            </a:lvl8pPr>
            <a:lvl9pPr marL="1828800" marR="0" lvl="8" indent="-88900" algn="l" rtl="0">
              <a:spcBef>
                <a:spcPts val="0"/>
              </a:spcBef>
              <a:spcAft>
                <a:spcPts val="0"/>
              </a:spcAft>
              <a:buSzPts val="1400"/>
              <a:buChar char="■"/>
              <a:defRPr/>
            </a:lvl9pPr>
          </a:lstStyle>
          <a:p>
            <a:endParaRPr/>
          </a:p>
        </p:txBody>
      </p:sp>
      <p:sp>
        <p:nvSpPr>
          <p:cNvPr id="7" name="Google Shape;7;p1"/>
          <p:cNvSpPr txBox="1">
            <a:spLocks noGrp="1"/>
          </p:cNvSpPr>
          <p:nvPr>
            <p:ph type="body" idx="1"/>
          </p:nvPr>
        </p:nvSpPr>
        <p:spPr>
          <a:xfrm>
            <a:off x="323532" y="1124733"/>
            <a:ext cx="11404000" cy="4066000"/>
          </a:xfrm>
          <a:prstGeom prst="rect">
            <a:avLst/>
          </a:prstGeom>
          <a:noFill/>
          <a:ln>
            <a:noFill/>
          </a:ln>
        </p:spPr>
        <p:txBody>
          <a:bodyPr spcFirstLastPara="1" wrap="square" lIns="91425" tIns="91425" rIns="91425" bIns="91425" anchor="t" anchorCtr="0">
            <a:noAutofit/>
          </a:bodyPr>
          <a:lstStyle>
            <a:lvl1pPr marL="457200" marR="0" lvl="0" indent="-330200" algn="l" rtl="0">
              <a:lnSpc>
                <a:spcPct val="100000"/>
              </a:lnSpc>
              <a:spcBef>
                <a:spcPts val="6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1pPr>
            <a:lvl2pPr marL="914400" marR="0" lvl="1" indent="-317500" algn="l" rtl="0">
              <a:lnSpc>
                <a:spcPct val="100000"/>
              </a:lnSpc>
              <a:spcBef>
                <a:spcPts val="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marR="0" lvl="2" indent="-304800" algn="l" rtl="0">
              <a:lnSpc>
                <a:spcPct val="100000"/>
              </a:lnSpc>
              <a:spcBef>
                <a:spcPts val="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3pPr>
            <a:lvl4pPr marL="1828800" marR="0" lvl="3" indent="-304800" algn="l" rtl="0">
              <a:lnSpc>
                <a:spcPct val="100000"/>
              </a:lnSpc>
              <a:spcBef>
                <a:spcPts val="600"/>
              </a:spcBef>
              <a:spcAft>
                <a:spcPts val="0"/>
              </a:spcAft>
              <a:buClr>
                <a:schemeClr val="dk1"/>
              </a:buClr>
              <a:buSzPts val="1200"/>
              <a:buFont typeface="Open Sans"/>
              <a:buChar char="–"/>
              <a:defRPr sz="1200">
                <a:solidFill>
                  <a:schemeClr val="dk1"/>
                </a:solidFill>
                <a:latin typeface="Open Sans"/>
                <a:ea typeface="Open Sans"/>
                <a:cs typeface="Open Sans"/>
                <a:sym typeface="Open Sans"/>
              </a:defRPr>
            </a:lvl4pPr>
            <a:lvl5pPr marL="2286000" marR="0" lvl="4" indent="-292100" algn="l" rtl="0">
              <a:lnSpc>
                <a:spcPct val="100000"/>
              </a:lnSpc>
              <a:spcBef>
                <a:spcPts val="60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5pPr>
            <a:lvl6pPr marL="2743200" marR="0" lvl="5" indent="-292100" algn="l" rtl="0">
              <a:spcBef>
                <a:spcPts val="40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6pPr>
            <a:lvl7pPr marL="3200400" marR="0" lvl="6" indent="-292100" algn="l" rtl="0">
              <a:spcBef>
                <a:spcPts val="40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7pPr>
            <a:lvl8pPr marL="3657600" marR="0" lvl="7" indent="-292100" algn="l" rtl="0">
              <a:spcBef>
                <a:spcPts val="40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8pPr>
            <a:lvl9pPr marL="4114800" marR="0" lvl="8" indent="-292100" algn="l" rtl="0">
              <a:spcBef>
                <a:spcPts val="400"/>
              </a:spcBef>
              <a:spcAft>
                <a:spcPts val="0"/>
              </a:spcAft>
              <a:buClr>
                <a:schemeClr val="dk1"/>
              </a:buClr>
              <a:buSzPts val="1000"/>
              <a:buFont typeface="Open Sans"/>
              <a:buChar char="•"/>
              <a:defRPr sz="1000">
                <a:solidFill>
                  <a:schemeClr val="dk1"/>
                </a:solidFill>
                <a:latin typeface="Open Sans"/>
                <a:ea typeface="Open Sans"/>
                <a:cs typeface="Open Sans"/>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earthengine.google.com/new_signup/"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evelopers.google.com/earth-engine/tutorial_js_01" TargetMode="External"/><Relationship Id="rId5" Type="http://schemas.openxmlformats.org/officeDocument/2006/relationships/hyperlink" Target="https://code.earthengine.google.com/" TargetMode="External"/><Relationship Id="rId4" Type="http://schemas.openxmlformats.org/officeDocument/2006/relationships/hyperlink" Target="https://signup.earthengine.google.com/#!/"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hyperlink" Target="https://code.earthengine.google.com/05d2e23206b329dfe696e5ba8e232c3f"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hyperlink" Target="https://www.sciencedirect.com/science/article/pii/S0034425717302900"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developers.google.com/earth-engine/dataset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391886"/>
            <a:ext cx="10058400" cy="3608614"/>
          </a:xfrm>
          <a:solidFill>
            <a:schemeClr val="bg2"/>
          </a:solidFill>
        </p:spPr>
        <p:txBody>
          <a:bodyPr>
            <a:normAutofit fontScale="90000"/>
          </a:bodyPr>
          <a:lstStyle/>
          <a:p>
            <a:br>
              <a:rPr lang="en-US" sz="5400" dirty="0"/>
            </a:br>
            <a:br>
              <a:rPr lang="en-US" sz="5400" dirty="0"/>
            </a:br>
            <a:r>
              <a:rPr lang="en-US" sz="5400" dirty="0"/>
              <a:t>GEE Lab - 1</a:t>
            </a:r>
            <a:br>
              <a:rPr lang="en-US" sz="5400" dirty="0"/>
            </a:br>
            <a:br>
              <a:rPr lang="en-US" sz="5400" dirty="0"/>
            </a:br>
            <a:r>
              <a:rPr lang="en-US" sz="5400" b="1" dirty="0"/>
              <a:t>WORKING WITH GOOGLE ERATH ENGINE</a:t>
            </a:r>
          </a:p>
        </p:txBody>
      </p:sp>
      <p:sp>
        <p:nvSpPr>
          <p:cNvPr id="3" name="Subtitle 2"/>
          <p:cNvSpPr>
            <a:spLocks noGrp="1"/>
          </p:cNvSpPr>
          <p:nvPr>
            <p:ph type="subTitle" idx="1"/>
          </p:nvPr>
        </p:nvSpPr>
        <p:spPr>
          <a:xfrm>
            <a:off x="1100051" y="4455620"/>
            <a:ext cx="10058400" cy="981794"/>
          </a:xfrm>
        </p:spPr>
        <p:txBody>
          <a:bodyPr/>
          <a:lstStyle/>
          <a:p>
            <a:r>
              <a:rPr lang="en-US" b="1" dirty="0">
                <a:solidFill>
                  <a:schemeClr val="accent6">
                    <a:lumMod val="50000"/>
                  </a:schemeClr>
                </a:solidFill>
              </a:rPr>
              <a:t>to search, find and visualize a broad range of remotely sensed datasets</a:t>
            </a:r>
          </a:p>
        </p:txBody>
      </p:sp>
      <p:sp>
        <p:nvSpPr>
          <p:cNvPr id="5" name="Slide Number Placeholder 4"/>
          <p:cNvSpPr>
            <a:spLocks noGrp="1"/>
          </p:cNvSpPr>
          <p:nvPr>
            <p:ph type="sldNum" sz="quarter" idx="12"/>
          </p:nvPr>
        </p:nvSpPr>
        <p:spPr/>
        <p:txBody>
          <a:bodyPr/>
          <a:lstStyle/>
          <a:p>
            <a:fld id="{5B412F84-AA69-4185-A895-1AC6C3BCB519}" type="slidenum">
              <a:rPr lang="en-US" smtClean="0"/>
              <a:t>1</a:t>
            </a:fld>
            <a:endParaRPr lang="en-US"/>
          </a:p>
        </p:txBody>
      </p:sp>
    </p:spTree>
    <p:extLst>
      <p:ext uri="{BB962C8B-B14F-4D97-AF65-F5344CB8AC3E}">
        <p14:creationId xmlns:p14="http://schemas.microsoft.com/office/powerpoint/2010/main" val="3194339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0" y="4408533"/>
            <a:ext cx="5940334" cy="896112"/>
          </a:xfrm>
        </p:spPr>
        <p:txBody>
          <a:bodyPr/>
          <a:lstStyle/>
          <a:p>
            <a:r>
              <a:rPr lang="en-US" sz="4400" dirty="0"/>
              <a:t>GOOGLE EARTH ENGINE </a:t>
            </a:r>
          </a:p>
        </p:txBody>
      </p:sp>
      <p:sp>
        <p:nvSpPr>
          <p:cNvPr id="5" name="Subtitle 4"/>
          <p:cNvSpPr>
            <a:spLocks noGrp="1"/>
          </p:cNvSpPr>
          <p:nvPr>
            <p:ph type="subTitle" idx="1"/>
          </p:nvPr>
        </p:nvSpPr>
        <p:spPr>
          <a:xfrm>
            <a:off x="0" y="5304645"/>
            <a:ext cx="12192000" cy="965466"/>
          </a:xfrm>
          <a:solidFill>
            <a:schemeClr val="accent2"/>
          </a:solidFill>
        </p:spPr>
        <p:txBody>
          <a:bodyPr>
            <a:normAutofit/>
          </a:bodyPr>
          <a:lstStyle/>
          <a:p>
            <a:r>
              <a:rPr lang="en-US" sz="2800" b="1" dirty="0">
                <a:solidFill>
                  <a:schemeClr val="bg1"/>
                </a:solidFill>
              </a:rPr>
              <a:t>a cloud-based platform for planetary-scale geospatial analysis</a:t>
            </a:r>
          </a:p>
        </p:txBody>
      </p:sp>
      <p:pic>
        <p:nvPicPr>
          <p:cNvPr id="6" name="Picture 5"/>
          <p:cNvPicPr>
            <a:picLocks noChangeAspect="1"/>
          </p:cNvPicPr>
          <p:nvPr/>
        </p:nvPicPr>
        <p:blipFill rotWithShape="1">
          <a:blip r:embed="rId3"/>
          <a:srcRect t="1507" b="8704"/>
          <a:stretch/>
        </p:blipFill>
        <p:spPr>
          <a:xfrm>
            <a:off x="152400" y="114300"/>
            <a:ext cx="11887200" cy="4490357"/>
          </a:xfrm>
          <a:prstGeom prst="rect">
            <a:avLst/>
          </a:prstGeom>
        </p:spPr>
      </p:pic>
      <p:sp>
        <p:nvSpPr>
          <p:cNvPr id="7" name="Rectangle 6"/>
          <p:cNvSpPr/>
          <p:nvPr/>
        </p:nvSpPr>
        <p:spPr>
          <a:xfrm>
            <a:off x="285750" y="6407023"/>
            <a:ext cx="11620500" cy="369332"/>
          </a:xfrm>
          <a:prstGeom prst="rect">
            <a:avLst/>
          </a:prstGeom>
        </p:spPr>
        <p:txBody>
          <a:bodyPr wrap="square">
            <a:spAutoFit/>
          </a:bodyPr>
          <a:lstStyle/>
          <a:p>
            <a:r>
              <a:rPr lang="en-US" dirty="0"/>
              <a:t>No more downloading and analyzing individuals tiles at a time </a:t>
            </a:r>
          </a:p>
        </p:txBody>
      </p:sp>
      <p:sp>
        <p:nvSpPr>
          <p:cNvPr id="8" name="Slide Number Placeholder 7"/>
          <p:cNvSpPr>
            <a:spLocks noGrp="1"/>
          </p:cNvSpPr>
          <p:nvPr>
            <p:ph type="sldNum" sz="quarter" idx="12"/>
          </p:nvPr>
        </p:nvSpPr>
        <p:spPr/>
        <p:txBody>
          <a:bodyPr/>
          <a:lstStyle/>
          <a:p>
            <a:fld id="{5B412F84-AA69-4185-A895-1AC6C3BCB519}" type="slidenum">
              <a:rPr lang="en-US" smtClean="0"/>
              <a:t>2</a:t>
            </a:fld>
            <a:endParaRPr lang="en-US"/>
          </a:p>
        </p:txBody>
      </p:sp>
    </p:spTree>
    <p:extLst>
      <p:ext uri="{BB962C8B-B14F-4D97-AF65-F5344CB8AC3E}">
        <p14:creationId xmlns:p14="http://schemas.microsoft.com/office/powerpoint/2010/main" val="344659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461308" cy="1450757"/>
          </a:xfrm>
        </p:spPr>
        <p:txBody>
          <a:bodyPr/>
          <a:lstStyle/>
          <a:p>
            <a:r>
              <a:rPr lang="en-US" dirty="0"/>
              <a:t>Sign up for a Google Earth Engine account</a:t>
            </a:r>
          </a:p>
        </p:txBody>
      </p:sp>
      <p:sp>
        <p:nvSpPr>
          <p:cNvPr id="3" name="Content Placeholder 2"/>
          <p:cNvSpPr>
            <a:spLocks noGrp="1"/>
          </p:cNvSpPr>
          <p:nvPr>
            <p:ph idx="1"/>
          </p:nvPr>
        </p:nvSpPr>
        <p:spPr/>
        <p:txBody>
          <a:bodyPr/>
          <a:lstStyle/>
          <a:p>
            <a:r>
              <a:rPr lang="en-US" dirty="0">
                <a:hlinkClick r:id="rId3"/>
              </a:rPr>
              <a:t>Earth Engine account registration</a:t>
            </a:r>
            <a:r>
              <a:rPr lang="en-US" dirty="0"/>
              <a:t>: </a:t>
            </a:r>
            <a:r>
              <a:rPr lang="en-US" dirty="0">
                <a:hlinkClick r:id="rId4"/>
              </a:rPr>
              <a:t>https://signup.earthengine.google.com/#!/</a:t>
            </a:r>
            <a:r>
              <a:rPr lang="en-US" dirty="0"/>
              <a:t> </a:t>
            </a:r>
          </a:p>
          <a:p>
            <a:endParaRPr lang="en-US" dirty="0"/>
          </a:p>
          <a:p>
            <a:r>
              <a:rPr lang="en-US" dirty="0"/>
              <a:t>Once registered you can access the Earth Engine environment @: </a:t>
            </a:r>
            <a:r>
              <a:rPr lang="en-US" dirty="0">
                <a:hlinkClick r:id="rId5"/>
              </a:rPr>
              <a:t>https://code.earthengine.google.com</a:t>
            </a:r>
            <a:r>
              <a:rPr lang="en-US" dirty="0"/>
              <a:t> </a:t>
            </a:r>
          </a:p>
          <a:p>
            <a:endParaRPr lang="en-US" dirty="0"/>
          </a:p>
          <a:p>
            <a:r>
              <a:rPr lang="en-US" dirty="0"/>
              <a:t>Google Earth Engine Code Editor uses the JavaScript programming languages.</a:t>
            </a:r>
          </a:p>
          <a:p>
            <a:endParaRPr lang="en-US" dirty="0"/>
          </a:p>
          <a:p>
            <a:r>
              <a:rPr lang="en-US" dirty="0"/>
              <a:t>For JavaScript Background: </a:t>
            </a:r>
            <a:r>
              <a:rPr lang="en-US" dirty="0">
                <a:hlinkClick r:id="rId6"/>
              </a:rPr>
              <a:t>https://developers.google.com/earth-engine/tutorial_js_01</a:t>
            </a:r>
            <a:r>
              <a:rPr lang="en-US" dirty="0"/>
              <a:t> </a:t>
            </a:r>
          </a:p>
        </p:txBody>
      </p:sp>
      <p:sp>
        <p:nvSpPr>
          <p:cNvPr id="4" name="Slide Number Placeholder 3"/>
          <p:cNvSpPr>
            <a:spLocks noGrp="1"/>
          </p:cNvSpPr>
          <p:nvPr>
            <p:ph type="sldNum" sz="quarter" idx="12"/>
          </p:nvPr>
        </p:nvSpPr>
        <p:spPr/>
        <p:txBody>
          <a:bodyPr/>
          <a:lstStyle/>
          <a:p>
            <a:fld id="{5B412F84-AA69-4185-A895-1AC6C3BCB519}" type="slidenum">
              <a:rPr lang="en-US" smtClean="0"/>
              <a:t>3</a:t>
            </a:fld>
            <a:endParaRPr lang="en-US"/>
          </a:p>
        </p:txBody>
      </p:sp>
    </p:spTree>
    <p:extLst>
      <p:ext uri="{BB962C8B-B14F-4D97-AF65-F5344CB8AC3E}">
        <p14:creationId xmlns:p14="http://schemas.microsoft.com/office/powerpoint/2010/main" val="2237649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4BD96-4C9E-D18E-1364-714AAA185C44}"/>
              </a:ext>
            </a:extLst>
          </p:cNvPr>
          <p:cNvSpPr>
            <a:spLocks noGrp="1"/>
          </p:cNvSpPr>
          <p:nvPr>
            <p:ph type="title"/>
          </p:nvPr>
        </p:nvSpPr>
        <p:spPr/>
        <p:txBody>
          <a:bodyPr/>
          <a:lstStyle/>
          <a:p>
            <a:r>
              <a:rPr lang="en-US" b="1" dirty="0">
                <a:solidFill>
                  <a:schemeClr val="accent6">
                    <a:lumMod val="75000"/>
                  </a:schemeClr>
                </a:solidFill>
              </a:rPr>
              <a:t>Google Mission Statement</a:t>
            </a:r>
            <a:endParaRPr lang="en-PK" b="1" dirty="0">
              <a:solidFill>
                <a:schemeClr val="accent6">
                  <a:lumMod val="75000"/>
                </a:schemeClr>
              </a:solidFill>
            </a:endParaRPr>
          </a:p>
        </p:txBody>
      </p:sp>
      <p:sp>
        <p:nvSpPr>
          <p:cNvPr id="3" name="Content Placeholder 2">
            <a:extLst>
              <a:ext uri="{FF2B5EF4-FFF2-40B4-BE49-F238E27FC236}">
                <a16:creationId xmlns:a16="http://schemas.microsoft.com/office/drawing/2014/main" id="{AF59C447-0456-A636-C83A-25B2B81C6A47}"/>
              </a:ext>
            </a:extLst>
          </p:cNvPr>
          <p:cNvSpPr>
            <a:spLocks noGrp="1"/>
          </p:cNvSpPr>
          <p:nvPr>
            <p:ph idx="1"/>
          </p:nvPr>
        </p:nvSpPr>
        <p:spPr>
          <a:xfrm>
            <a:off x="1097280" y="1845733"/>
            <a:ext cx="10058400" cy="4297891"/>
          </a:xfrm>
        </p:spPr>
        <p:txBody>
          <a:bodyPr>
            <a:normAutofit/>
          </a:bodyPr>
          <a:lstStyle/>
          <a:p>
            <a:pPr>
              <a:lnSpc>
                <a:spcPct val="100000"/>
              </a:lnSpc>
            </a:pPr>
            <a:endParaRPr lang="en-US" dirty="0"/>
          </a:p>
          <a:p>
            <a:pPr marL="179388" indent="-179388">
              <a:lnSpc>
                <a:spcPct val="100000"/>
              </a:lnSpc>
              <a:buNone/>
            </a:pPr>
            <a:r>
              <a:rPr lang="en-US" sz="3600" dirty="0">
                <a:solidFill>
                  <a:srgbClr val="7030A0"/>
                </a:solidFill>
              </a:rPr>
              <a:t>"To organize the world's information and make it universally accessible and useful."</a:t>
            </a:r>
          </a:p>
          <a:p>
            <a:pPr marL="450850" indent="-450850">
              <a:lnSpc>
                <a:spcPct val="100000"/>
              </a:lnSpc>
              <a:spcBef>
                <a:spcPts val="1800"/>
              </a:spcBef>
            </a:pPr>
            <a:r>
              <a:rPr lang="en-US" sz="2400" dirty="0"/>
              <a:t>Earth Engine provides an API to process, analyze, and visualize the data using Google machines. </a:t>
            </a:r>
          </a:p>
          <a:p>
            <a:pPr marL="450850" indent="-450850">
              <a:lnSpc>
                <a:spcPct val="100000"/>
              </a:lnSpc>
            </a:pPr>
            <a:r>
              <a:rPr lang="en-US" sz="2400" dirty="0"/>
              <a:t>Data storage and processing are all performed at Google. </a:t>
            </a:r>
          </a:p>
          <a:p>
            <a:pPr marL="450850" indent="-450850">
              <a:lnSpc>
                <a:spcPct val="100000"/>
              </a:lnSpc>
            </a:pPr>
            <a:r>
              <a:rPr lang="en-US" sz="2400" dirty="0"/>
              <a:t>Whatever USGS has, Earth Engine has.</a:t>
            </a:r>
          </a:p>
          <a:p>
            <a:pPr marL="450850" indent="-450850">
              <a:lnSpc>
                <a:spcPct val="100000"/>
              </a:lnSpc>
            </a:pPr>
            <a:r>
              <a:rPr lang="en-US" sz="2400" b="0" i="0" u="none" strike="noStrike" dirty="0">
                <a:solidFill>
                  <a:srgbClr val="000000"/>
                </a:solidFill>
                <a:effectLst/>
                <a:latin typeface="Calibri" panose="020F0502020204030204" pitchFamily="34" charset="0"/>
              </a:rPr>
              <a:t> All you need to use Earth Engine is an internet connection. </a:t>
            </a:r>
            <a:endParaRPr lang="en-PK" sz="2400" dirty="0"/>
          </a:p>
        </p:txBody>
      </p:sp>
      <p:sp>
        <p:nvSpPr>
          <p:cNvPr id="4" name="Slide Number Placeholder 3">
            <a:extLst>
              <a:ext uri="{FF2B5EF4-FFF2-40B4-BE49-F238E27FC236}">
                <a16:creationId xmlns:a16="http://schemas.microsoft.com/office/drawing/2014/main" id="{7F3FFCAF-8761-FFCB-053F-F30A5648F249}"/>
              </a:ext>
            </a:extLst>
          </p:cNvPr>
          <p:cNvSpPr>
            <a:spLocks noGrp="1"/>
          </p:cNvSpPr>
          <p:nvPr>
            <p:ph type="sldNum" sz="quarter" idx="12"/>
          </p:nvPr>
        </p:nvSpPr>
        <p:spPr/>
        <p:txBody>
          <a:bodyPr/>
          <a:lstStyle/>
          <a:p>
            <a:fld id="{5B412F84-AA69-4185-A895-1AC6C3BCB519}" type="slidenum">
              <a:rPr lang="en-US" smtClean="0"/>
              <a:t>4</a:t>
            </a:fld>
            <a:endParaRPr lang="en-US"/>
          </a:p>
        </p:txBody>
      </p:sp>
    </p:spTree>
    <p:extLst>
      <p:ext uri="{BB962C8B-B14F-4D97-AF65-F5344CB8AC3E}">
        <p14:creationId xmlns:p14="http://schemas.microsoft.com/office/powerpoint/2010/main" val="1817618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9" y="311949"/>
            <a:ext cx="10058400" cy="1450757"/>
          </a:xfrm>
        </p:spPr>
        <p:txBody>
          <a:bodyPr>
            <a:normAutofit/>
          </a:bodyPr>
          <a:lstStyle/>
          <a:p>
            <a:r>
              <a:rPr lang="en-US" sz="4400" dirty="0"/>
              <a:t>Earth Engine Data Catalog</a:t>
            </a:r>
          </a:p>
        </p:txBody>
      </p:sp>
      <p:sp>
        <p:nvSpPr>
          <p:cNvPr id="4" name="Rectangle 3"/>
          <p:cNvSpPr/>
          <p:nvPr/>
        </p:nvSpPr>
        <p:spPr>
          <a:xfrm>
            <a:off x="1562099" y="6338892"/>
            <a:ext cx="9378043" cy="369332"/>
          </a:xfrm>
          <a:prstGeom prst="rect">
            <a:avLst/>
          </a:prstGeom>
        </p:spPr>
        <p:txBody>
          <a:bodyPr wrap="square">
            <a:spAutoFit/>
          </a:bodyPr>
          <a:lstStyle/>
          <a:p>
            <a:r>
              <a:rPr lang="en-US" dirty="0">
                <a:solidFill>
                  <a:schemeClr val="bg1"/>
                </a:solidFill>
              </a:rPr>
              <a:t>https://developers.google.com/earth-engine/datasets/catalog/?filter=SRTM</a:t>
            </a:r>
          </a:p>
        </p:txBody>
      </p:sp>
      <p:sp>
        <p:nvSpPr>
          <p:cNvPr id="6" name="Slide Number Placeholder 5"/>
          <p:cNvSpPr>
            <a:spLocks noGrp="1"/>
          </p:cNvSpPr>
          <p:nvPr>
            <p:ph type="sldNum" sz="quarter" idx="12"/>
          </p:nvPr>
        </p:nvSpPr>
        <p:spPr/>
        <p:txBody>
          <a:bodyPr/>
          <a:lstStyle/>
          <a:p>
            <a:fld id="{5B412F84-AA69-4185-A895-1AC6C3BCB519}" type="slidenum">
              <a:rPr lang="en-US" smtClean="0"/>
              <a:t>5</a:t>
            </a:fld>
            <a:endParaRPr lang="en-US"/>
          </a:p>
        </p:txBody>
      </p:sp>
      <p:sp>
        <p:nvSpPr>
          <p:cNvPr id="7" name="Rectangle 6"/>
          <p:cNvSpPr/>
          <p:nvPr/>
        </p:nvSpPr>
        <p:spPr>
          <a:xfrm>
            <a:off x="624840" y="2232504"/>
            <a:ext cx="10754360" cy="1569660"/>
          </a:xfrm>
          <a:prstGeom prst="rect">
            <a:avLst/>
          </a:prstGeom>
        </p:spPr>
        <p:txBody>
          <a:bodyPr wrap="square">
            <a:spAutoFit/>
          </a:bodyPr>
          <a:lstStyle/>
          <a:p>
            <a:pPr marL="457200" indent="-457200">
              <a:buFont typeface="Arial" panose="020B0604020202020204" pitchFamily="34" charset="0"/>
              <a:buChar char="•"/>
            </a:pPr>
            <a:r>
              <a:rPr lang="en-US" sz="3200" spc="200" dirty="0">
                <a:solidFill>
                  <a:schemeClr val="accent6">
                    <a:lumMod val="50000"/>
                  </a:schemeClr>
                </a:solidFill>
              </a:rPr>
              <a:t>No more downloading and analyzing individuals tiles at a time. </a:t>
            </a:r>
          </a:p>
          <a:p>
            <a:pPr marL="457200" indent="-457200">
              <a:buFont typeface="Arial" panose="020B0604020202020204" pitchFamily="34" charset="0"/>
              <a:buChar char="•"/>
            </a:pPr>
            <a:r>
              <a:rPr lang="en-US" sz="3200" spc="200" dirty="0">
                <a:solidFill>
                  <a:schemeClr val="accent6">
                    <a:lumMod val="50000"/>
                  </a:schemeClr>
                </a:solidFill>
              </a:rPr>
              <a:t>No more worry about your local storage.</a:t>
            </a:r>
          </a:p>
        </p:txBody>
      </p:sp>
      <p:pic>
        <p:nvPicPr>
          <p:cNvPr id="8" name="Picture 7"/>
          <p:cNvPicPr>
            <a:picLocks noChangeAspect="1"/>
          </p:cNvPicPr>
          <p:nvPr/>
        </p:nvPicPr>
        <p:blipFill>
          <a:blip r:embed="rId3"/>
          <a:stretch>
            <a:fillRect/>
          </a:stretch>
        </p:blipFill>
        <p:spPr>
          <a:xfrm>
            <a:off x="483704" y="4161912"/>
            <a:ext cx="4764156" cy="920803"/>
          </a:xfrm>
          <a:prstGeom prst="rect">
            <a:avLst/>
          </a:prstGeom>
          <a:solidFill>
            <a:schemeClr val="bg2"/>
          </a:solidFill>
          <a:ln w="9525">
            <a:solidFill>
              <a:schemeClr val="tx1"/>
            </a:solidFill>
          </a:ln>
        </p:spPr>
      </p:pic>
      <p:sp>
        <p:nvSpPr>
          <p:cNvPr id="3" name="TextBox 2">
            <a:extLst>
              <a:ext uri="{FF2B5EF4-FFF2-40B4-BE49-F238E27FC236}">
                <a16:creationId xmlns:a16="http://schemas.microsoft.com/office/drawing/2014/main" id="{54D8B1C9-6FF2-D4D0-9EAF-D4375E5B318E}"/>
              </a:ext>
            </a:extLst>
          </p:cNvPr>
          <p:cNvSpPr txBox="1"/>
          <p:nvPr/>
        </p:nvSpPr>
        <p:spPr>
          <a:xfrm>
            <a:off x="530089" y="3854135"/>
            <a:ext cx="1245704" cy="307777"/>
          </a:xfrm>
          <a:prstGeom prst="rect">
            <a:avLst/>
          </a:prstGeom>
          <a:noFill/>
        </p:spPr>
        <p:txBody>
          <a:bodyPr wrap="square" rtlCol="0">
            <a:spAutoFit/>
          </a:bodyPr>
          <a:lstStyle/>
          <a:p>
            <a:r>
              <a:rPr lang="en-US" sz="1400" dirty="0"/>
              <a:t>As of 2020</a:t>
            </a:r>
            <a:endParaRPr lang="en-PK" sz="1400" dirty="0"/>
          </a:p>
        </p:txBody>
      </p:sp>
      <p:sp>
        <p:nvSpPr>
          <p:cNvPr id="5" name="TextBox 4">
            <a:extLst>
              <a:ext uri="{FF2B5EF4-FFF2-40B4-BE49-F238E27FC236}">
                <a16:creationId xmlns:a16="http://schemas.microsoft.com/office/drawing/2014/main" id="{B39D26FE-97BB-150D-49DA-DFD4F96E0B79}"/>
              </a:ext>
            </a:extLst>
          </p:cNvPr>
          <p:cNvSpPr txBox="1"/>
          <p:nvPr/>
        </p:nvSpPr>
        <p:spPr>
          <a:xfrm>
            <a:off x="5446643" y="3854135"/>
            <a:ext cx="6679095" cy="2308324"/>
          </a:xfrm>
          <a:prstGeom prst="rect">
            <a:avLst/>
          </a:prstGeom>
          <a:solidFill>
            <a:schemeClr val="bg2"/>
          </a:solidFill>
        </p:spPr>
        <p:txBody>
          <a:bodyPr wrap="square" rtlCol="0">
            <a:spAutoFit/>
          </a:bodyPr>
          <a:lstStyle/>
          <a:p>
            <a:r>
              <a:rPr lang="en-US" dirty="0"/>
              <a:t>Now</a:t>
            </a:r>
          </a:p>
          <a:p>
            <a:pPr marL="285750" indent="-285750">
              <a:buFont typeface="Wingdings" panose="05000000000000000000" pitchFamily="2" charset="2"/>
              <a:buChar char="Ø"/>
            </a:pPr>
            <a:r>
              <a:rPr lang="en-US" dirty="0"/>
              <a:t>1000 of public datasets</a:t>
            </a:r>
          </a:p>
          <a:p>
            <a:pPr marL="285750" indent="-285750">
              <a:buFont typeface="Wingdings" panose="05000000000000000000" pitchFamily="2" charset="2"/>
              <a:buChar char="Ø"/>
            </a:pPr>
            <a:r>
              <a:rPr lang="en-US" dirty="0"/>
              <a:t>Thousands of new images added every day</a:t>
            </a:r>
          </a:p>
          <a:p>
            <a:pPr marL="285750" indent="-285750">
              <a:buFont typeface="Wingdings" panose="05000000000000000000" pitchFamily="2" charset="2"/>
              <a:buChar char="Ø"/>
            </a:pPr>
            <a:r>
              <a:rPr lang="en-US" dirty="0"/>
              <a:t>Total Stored Data: Over 90 petabytes (PB) and expanding rapidly.</a:t>
            </a:r>
          </a:p>
          <a:p>
            <a:pPr marL="285750" indent="-285750">
              <a:buFont typeface="Wingdings" panose="05000000000000000000" pitchFamily="2" charset="2"/>
              <a:buChar char="Ø"/>
            </a:pPr>
            <a:r>
              <a:rPr lang="en-US" dirty="0"/>
              <a:t>Growth Rate: Grows by roughly 1 petabyte of new data every month.</a:t>
            </a:r>
          </a:p>
          <a:p>
            <a:pPr marL="285750" indent="-285750">
              <a:buFont typeface="Wingdings" panose="05000000000000000000" pitchFamily="2" charset="2"/>
              <a:buChar char="Ø"/>
            </a:pPr>
            <a:r>
              <a:rPr lang="en-US" dirty="0"/>
              <a:t>Historical Span: Over 50 years of continuous global satellite records.</a:t>
            </a:r>
            <a:endParaRPr lang="en-PK" dirty="0"/>
          </a:p>
        </p:txBody>
      </p:sp>
    </p:spTree>
    <p:extLst>
      <p:ext uri="{BB962C8B-B14F-4D97-AF65-F5344CB8AC3E}">
        <p14:creationId xmlns:p14="http://schemas.microsoft.com/office/powerpoint/2010/main" val="4260577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F8C79E3A-5973-43BA-9346-A136A6E9E5E8}"/>
              </a:ext>
            </a:extLst>
          </p:cNvPr>
          <p:cNvSpPr>
            <a:spLocks noGrp="1"/>
          </p:cNvSpPr>
          <p:nvPr>
            <p:ph type="title"/>
          </p:nvPr>
        </p:nvSpPr>
        <p:spPr>
          <a:xfrm>
            <a:off x="292894" y="5074920"/>
            <a:ext cx="11644312" cy="822960"/>
          </a:xfrm>
        </p:spPr>
        <p:txBody>
          <a:bodyPr/>
          <a:lstStyle/>
          <a:p>
            <a:pPr>
              <a:lnSpc>
                <a:spcPct val="100000"/>
              </a:lnSpc>
            </a:pPr>
            <a:r>
              <a:rPr lang="en-US" sz="2800" dirty="0">
                <a:latin typeface="+mn-lt"/>
              </a:rPr>
              <a:t>There is a one or two-day latency between scene acquisition and when it is ingested into the catalog. </a:t>
            </a:r>
          </a:p>
        </p:txBody>
      </p:sp>
      <p:pic>
        <p:nvPicPr>
          <p:cNvPr id="6" name="Picture 5">
            <a:extLst>
              <a:ext uri="{FF2B5EF4-FFF2-40B4-BE49-F238E27FC236}">
                <a16:creationId xmlns:a16="http://schemas.microsoft.com/office/drawing/2014/main" id="{AD86065D-9691-4C5F-7FE3-BC49F2F3B931}"/>
              </a:ext>
            </a:extLst>
          </p:cNvPr>
          <p:cNvPicPr>
            <a:picLocks noChangeAspect="1"/>
          </p:cNvPicPr>
          <p:nvPr/>
        </p:nvPicPr>
        <p:blipFill>
          <a:blip r:embed="rId3"/>
          <a:stretch>
            <a:fillRect/>
          </a:stretch>
        </p:blipFill>
        <p:spPr>
          <a:xfrm>
            <a:off x="15" y="339180"/>
            <a:ext cx="12191985" cy="4236715"/>
          </a:xfrm>
          <a:prstGeom prst="rect">
            <a:avLst/>
          </a:prstGeom>
          <a:noFill/>
        </p:spPr>
      </p:pic>
      <p:sp>
        <p:nvSpPr>
          <p:cNvPr id="13" name="Text Placeholder 3">
            <a:extLst>
              <a:ext uri="{FF2B5EF4-FFF2-40B4-BE49-F238E27FC236}">
                <a16:creationId xmlns:a16="http://schemas.microsoft.com/office/drawing/2014/main" id="{5298FC50-194E-B209-BFCD-06F302D864B6}"/>
              </a:ext>
            </a:extLst>
          </p:cNvPr>
          <p:cNvSpPr>
            <a:spLocks noGrp="1"/>
          </p:cNvSpPr>
          <p:nvPr>
            <p:ph type="body" sz="half" idx="2"/>
          </p:nvPr>
        </p:nvSpPr>
        <p:spPr>
          <a:xfrm>
            <a:off x="1097280" y="5907023"/>
            <a:ext cx="10113264" cy="594360"/>
          </a:xfrm>
        </p:spPr>
        <p:txBody>
          <a:bodyPr/>
          <a:lstStyle/>
          <a:p>
            <a:endParaRPr lang="en-US"/>
          </a:p>
        </p:txBody>
      </p:sp>
      <p:sp>
        <p:nvSpPr>
          <p:cNvPr id="4" name="Slide Number Placeholder 3">
            <a:extLst>
              <a:ext uri="{FF2B5EF4-FFF2-40B4-BE49-F238E27FC236}">
                <a16:creationId xmlns:a16="http://schemas.microsoft.com/office/drawing/2014/main" id="{0EA1D3C4-F779-67F3-411C-C049EBDFE4C9}"/>
              </a:ext>
            </a:extLst>
          </p:cNvPr>
          <p:cNvSpPr>
            <a:spLocks noGrp="1"/>
          </p:cNvSpPr>
          <p:nvPr>
            <p:ph type="sldNum" sz="quarter" idx="12"/>
          </p:nvPr>
        </p:nvSpPr>
        <p:spPr>
          <a:xfrm>
            <a:off x="9900458" y="6459785"/>
            <a:ext cx="1312025" cy="365125"/>
          </a:xfrm>
        </p:spPr>
        <p:txBody>
          <a:bodyPr anchor="ctr">
            <a:normAutofit/>
          </a:bodyPr>
          <a:lstStyle/>
          <a:p>
            <a:pPr>
              <a:spcAft>
                <a:spcPts val="600"/>
              </a:spcAft>
            </a:pPr>
            <a:fld id="{5B412F84-AA69-4185-A895-1AC6C3BCB519}" type="slidenum">
              <a:rPr lang="en-US" smtClean="0"/>
              <a:pPr>
                <a:spcAft>
                  <a:spcPts val="600"/>
                </a:spcAft>
              </a:pPr>
              <a:t>6</a:t>
            </a:fld>
            <a:endParaRPr lang="en-US"/>
          </a:p>
        </p:txBody>
      </p:sp>
    </p:spTree>
    <p:extLst>
      <p:ext uri="{BB962C8B-B14F-4D97-AF65-F5344CB8AC3E}">
        <p14:creationId xmlns:p14="http://schemas.microsoft.com/office/powerpoint/2010/main" val="68028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1042"/>
        <p:cNvGrpSpPr/>
        <p:nvPr/>
      </p:nvGrpSpPr>
      <p:grpSpPr>
        <a:xfrm>
          <a:off x="0" y="0"/>
          <a:ext cx="0" cy="0"/>
          <a:chOff x="0" y="0"/>
          <a:chExt cx="0" cy="0"/>
        </a:xfrm>
      </p:grpSpPr>
      <p:sp>
        <p:nvSpPr>
          <p:cNvPr id="1043" name="Google Shape;1043;p133"/>
          <p:cNvSpPr txBox="1"/>
          <p:nvPr/>
        </p:nvSpPr>
        <p:spPr>
          <a:xfrm>
            <a:off x="4474633" y="759667"/>
            <a:ext cx="2817600" cy="111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4000" b="1">
                <a:solidFill>
                  <a:srgbClr val="FFFFFF"/>
                </a:solidFill>
              </a:rPr>
              <a:t>33 years</a:t>
            </a:r>
            <a:endParaRPr sz="4000" b="1">
              <a:solidFill>
                <a:srgbClr val="FFFFFF"/>
              </a:solidFill>
            </a:endParaRPr>
          </a:p>
          <a:p>
            <a:pPr marL="0" lvl="0" indent="0" algn="ctr" rtl="0">
              <a:spcBef>
                <a:spcPts val="0"/>
              </a:spcBef>
              <a:spcAft>
                <a:spcPts val="0"/>
              </a:spcAft>
              <a:buNone/>
            </a:pPr>
            <a:r>
              <a:rPr lang="en" sz="2400">
                <a:solidFill>
                  <a:srgbClr val="FFFFFF"/>
                </a:solidFill>
              </a:rPr>
              <a:t>Of satellite data</a:t>
            </a:r>
            <a:endParaRPr sz="2400">
              <a:solidFill>
                <a:srgbClr val="FFFFFF"/>
              </a:solidFill>
            </a:endParaRPr>
          </a:p>
        </p:txBody>
      </p:sp>
      <p:sp>
        <p:nvSpPr>
          <p:cNvPr id="1044" name="Google Shape;1044;p133"/>
          <p:cNvSpPr txBox="1"/>
          <p:nvPr/>
        </p:nvSpPr>
        <p:spPr>
          <a:xfrm>
            <a:off x="1878433" y="2683000"/>
            <a:ext cx="8010000" cy="111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4000" b="1">
                <a:solidFill>
                  <a:srgbClr val="FFFFFF"/>
                </a:solidFill>
              </a:rPr>
              <a:t>Over 5,000,000</a:t>
            </a:r>
            <a:endParaRPr sz="4000" b="1">
              <a:solidFill>
                <a:srgbClr val="FFFFFF"/>
              </a:solidFill>
            </a:endParaRPr>
          </a:p>
          <a:p>
            <a:pPr marL="0" lvl="0" indent="0" algn="ctr" rtl="0">
              <a:spcBef>
                <a:spcPts val="0"/>
              </a:spcBef>
              <a:spcAft>
                <a:spcPts val="0"/>
              </a:spcAft>
              <a:buNone/>
            </a:pPr>
            <a:r>
              <a:rPr lang="en" sz="2400">
                <a:solidFill>
                  <a:srgbClr val="FFFFFF"/>
                </a:solidFill>
              </a:rPr>
              <a:t>Landsat and Sentinel scenes analyzed</a:t>
            </a:r>
            <a:endParaRPr sz="2400">
              <a:solidFill>
                <a:srgbClr val="FFFFFF"/>
              </a:solidFill>
            </a:endParaRPr>
          </a:p>
        </p:txBody>
      </p:sp>
      <p:sp>
        <p:nvSpPr>
          <p:cNvPr id="1045" name="Google Shape;1045;p133"/>
          <p:cNvSpPr txBox="1"/>
          <p:nvPr/>
        </p:nvSpPr>
        <p:spPr>
          <a:xfrm>
            <a:off x="3305033" y="4888633"/>
            <a:ext cx="5156800" cy="111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4000" b="1">
                <a:solidFill>
                  <a:srgbClr val="FFFFFF"/>
                </a:solidFill>
              </a:rPr>
              <a:t>3 Quadrillion Pixels</a:t>
            </a:r>
            <a:endParaRPr sz="4000" b="1">
              <a:solidFill>
                <a:srgbClr val="FFFFFF"/>
              </a:solidFill>
            </a:endParaRPr>
          </a:p>
          <a:p>
            <a:pPr marL="0" lvl="0" indent="0" algn="ctr" rtl="0">
              <a:spcBef>
                <a:spcPts val="0"/>
              </a:spcBef>
              <a:spcAft>
                <a:spcPts val="0"/>
              </a:spcAft>
              <a:buNone/>
            </a:pPr>
            <a:r>
              <a:rPr lang="en" sz="2400">
                <a:solidFill>
                  <a:srgbClr val="FFFFFF"/>
                </a:solidFill>
              </a:rPr>
              <a:t>3,000,000,000,000,000</a:t>
            </a:r>
            <a:endParaRPr sz="2400">
              <a:solidFill>
                <a:srgbClr val="FFFFFF"/>
              </a:solidFill>
            </a:endParaRPr>
          </a:p>
        </p:txBody>
      </p:sp>
    </p:spTree>
    <p:extLst>
      <p:ext uri="{BB962C8B-B14F-4D97-AF65-F5344CB8AC3E}">
        <p14:creationId xmlns:p14="http://schemas.microsoft.com/office/powerpoint/2010/main" val="2506086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212A10-C9E1-2B29-5780-34E67915A190}"/>
              </a:ext>
            </a:extLst>
          </p:cNvPr>
          <p:cNvSpPr>
            <a:spLocks noGrp="1"/>
          </p:cNvSpPr>
          <p:nvPr>
            <p:ph type="sldNum" sz="quarter" idx="12"/>
          </p:nvPr>
        </p:nvSpPr>
        <p:spPr/>
        <p:txBody>
          <a:bodyPr/>
          <a:lstStyle/>
          <a:p>
            <a:fld id="{5B412F84-AA69-4185-A895-1AC6C3BCB519}" type="slidenum">
              <a:rPr lang="en-US" smtClean="0"/>
              <a:t>8</a:t>
            </a:fld>
            <a:endParaRPr lang="en-US"/>
          </a:p>
        </p:txBody>
      </p:sp>
      <p:pic>
        <p:nvPicPr>
          <p:cNvPr id="6" name="Picture 5">
            <a:extLst>
              <a:ext uri="{FF2B5EF4-FFF2-40B4-BE49-F238E27FC236}">
                <a16:creationId xmlns:a16="http://schemas.microsoft.com/office/drawing/2014/main" id="{E6EF75EC-3FA4-E61A-9017-64572ED5D092}"/>
              </a:ext>
            </a:extLst>
          </p:cNvPr>
          <p:cNvPicPr>
            <a:picLocks noChangeAspect="1"/>
          </p:cNvPicPr>
          <p:nvPr/>
        </p:nvPicPr>
        <p:blipFill>
          <a:blip r:embed="rId3"/>
          <a:stretch>
            <a:fillRect/>
          </a:stretch>
        </p:blipFill>
        <p:spPr>
          <a:xfrm>
            <a:off x="1000125" y="669925"/>
            <a:ext cx="11131466" cy="4951942"/>
          </a:xfrm>
          <a:prstGeom prst="rect">
            <a:avLst/>
          </a:prstGeom>
        </p:spPr>
      </p:pic>
      <p:sp>
        <p:nvSpPr>
          <p:cNvPr id="7" name="Rectangle 6">
            <a:extLst>
              <a:ext uri="{FF2B5EF4-FFF2-40B4-BE49-F238E27FC236}">
                <a16:creationId xmlns:a16="http://schemas.microsoft.com/office/drawing/2014/main" id="{862FE714-F7E4-2E1D-FC4D-E3B1DB63461E}"/>
              </a:ext>
            </a:extLst>
          </p:cNvPr>
          <p:cNvSpPr/>
          <p:nvPr/>
        </p:nvSpPr>
        <p:spPr>
          <a:xfrm>
            <a:off x="225287" y="2082799"/>
            <a:ext cx="11754678" cy="863600"/>
          </a:xfrm>
          <a:prstGeom prst="rect">
            <a:avLst/>
          </a:prstGeom>
          <a:solidFill>
            <a:schemeClr val="bg2"/>
          </a:solid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263668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6CAC1D8-CC99-92A0-4943-B78AE79960F0}"/>
              </a:ext>
            </a:extLst>
          </p:cNvPr>
          <p:cNvSpPr>
            <a:spLocks noGrp="1"/>
          </p:cNvSpPr>
          <p:nvPr>
            <p:ph type="sldNum" sz="quarter" idx="12"/>
          </p:nvPr>
        </p:nvSpPr>
        <p:spPr/>
        <p:txBody>
          <a:bodyPr/>
          <a:lstStyle/>
          <a:p>
            <a:fld id="{5B412F84-AA69-4185-A895-1AC6C3BCB519}" type="slidenum">
              <a:rPr lang="en-US" smtClean="0"/>
              <a:t>9</a:t>
            </a:fld>
            <a:endParaRPr lang="en-US"/>
          </a:p>
        </p:txBody>
      </p:sp>
      <p:pic>
        <p:nvPicPr>
          <p:cNvPr id="6" name="Picture 5">
            <a:extLst>
              <a:ext uri="{FF2B5EF4-FFF2-40B4-BE49-F238E27FC236}">
                <a16:creationId xmlns:a16="http://schemas.microsoft.com/office/drawing/2014/main" id="{A20F52D9-3191-6545-63DD-997CE8A007FB}"/>
              </a:ext>
            </a:extLst>
          </p:cNvPr>
          <p:cNvPicPr>
            <a:picLocks noChangeAspect="1"/>
          </p:cNvPicPr>
          <p:nvPr/>
        </p:nvPicPr>
        <p:blipFill>
          <a:blip r:embed="rId2"/>
          <a:stretch>
            <a:fillRect/>
          </a:stretch>
        </p:blipFill>
        <p:spPr>
          <a:xfrm>
            <a:off x="0" y="151871"/>
            <a:ext cx="6551948" cy="6172448"/>
          </a:xfrm>
          <a:prstGeom prst="rect">
            <a:avLst/>
          </a:prstGeom>
        </p:spPr>
      </p:pic>
      <p:pic>
        <p:nvPicPr>
          <p:cNvPr id="7" name="Picture 6">
            <a:extLst>
              <a:ext uri="{FF2B5EF4-FFF2-40B4-BE49-F238E27FC236}">
                <a16:creationId xmlns:a16="http://schemas.microsoft.com/office/drawing/2014/main" id="{380CFD14-105F-1202-DAB5-9FB4B5AD335E}"/>
              </a:ext>
            </a:extLst>
          </p:cNvPr>
          <p:cNvPicPr>
            <a:picLocks noChangeAspect="1"/>
          </p:cNvPicPr>
          <p:nvPr/>
        </p:nvPicPr>
        <p:blipFill>
          <a:blip r:embed="rId3"/>
          <a:stretch>
            <a:fillRect/>
          </a:stretch>
        </p:blipFill>
        <p:spPr>
          <a:xfrm>
            <a:off x="6284464" y="353301"/>
            <a:ext cx="5907536" cy="6151397"/>
          </a:xfrm>
          <a:prstGeom prst="rect">
            <a:avLst/>
          </a:prstGeom>
        </p:spPr>
      </p:pic>
    </p:spTree>
    <p:extLst>
      <p:ext uri="{BB962C8B-B14F-4D97-AF65-F5344CB8AC3E}">
        <p14:creationId xmlns:p14="http://schemas.microsoft.com/office/powerpoint/2010/main" val="372945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139"/>
          <p:cNvSpPr txBox="1">
            <a:spLocks noGrp="1"/>
          </p:cNvSpPr>
          <p:nvPr>
            <p:ph type="title"/>
          </p:nvPr>
        </p:nvSpPr>
        <p:spPr>
          <a:xfrm>
            <a:off x="522900" y="613933"/>
            <a:ext cx="2302000" cy="865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a:t>Terrain</a:t>
            </a:r>
            <a:endParaRPr sz="4000"/>
          </a:p>
        </p:txBody>
      </p:sp>
      <p:pic>
        <p:nvPicPr>
          <p:cNvPr id="1098" name="Google Shape;1098;p139" descr="DEM_styled_Vancouver.tif"/>
          <p:cNvPicPr preferRelativeResize="0"/>
          <p:nvPr/>
        </p:nvPicPr>
        <p:blipFill>
          <a:blip r:embed="rId3">
            <a:alphaModFix/>
          </a:blip>
          <a:stretch>
            <a:fillRect/>
          </a:stretch>
        </p:blipFill>
        <p:spPr>
          <a:xfrm>
            <a:off x="4264188" y="0"/>
            <a:ext cx="7927824" cy="6858000"/>
          </a:xfrm>
          <a:prstGeom prst="rect">
            <a:avLst/>
          </a:prstGeom>
          <a:noFill/>
          <a:ln>
            <a:noFill/>
          </a:ln>
        </p:spPr>
      </p:pic>
    </p:spTree>
    <p:extLst>
      <p:ext uri="{BB962C8B-B14F-4D97-AF65-F5344CB8AC3E}">
        <p14:creationId xmlns:p14="http://schemas.microsoft.com/office/powerpoint/2010/main" val="1977708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140"/>
          <p:cNvSpPr txBox="1">
            <a:spLocks noGrp="1"/>
          </p:cNvSpPr>
          <p:nvPr>
            <p:ph type="title"/>
          </p:nvPr>
        </p:nvSpPr>
        <p:spPr>
          <a:xfrm>
            <a:off x="166700" y="503567"/>
            <a:ext cx="3323200" cy="865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a:t>Atmosphere</a:t>
            </a:r>
            <a:endParaRPr sz="4000"/>
          </a:p>
        </p:txBody>
      </p:sp>
      <p:pic>
        <p:nvPicPr>
          <p:cNvPr id="1104" name="Google Shape;1104;p140" descr="atmospheric_data_thumb.tif"/>
          <p:cNvPicPr preferRelativeResize="0"/>
          <p:nvPr/>
        </p:nvPicPr>
        <p:blipFill>
          <a:blip r:embed="rId3">
            <a:alphaModFix/>
          </a:blip>
          <a:stretch>
            <a:fillRect/>
          </a:stretch>
        </p:blipFill>
        <p:spPr>
          <a:xfrm>
            <a:off x="3348081" y="1"/>
            <a:ext cx="8843905" cy="6857999"/>
          </a:xfrm>
          <a:prstGeom prst="rect">
            <a:avLst/>
          </a:prstGeom>
          <a:noFill/>
          <a:ln>
            <a:noFill/>
          </a:ln>
        </p:spPr>
      </p:pic>
    </p:spTree>
    <p:extLst>
      <p:ext uri="{BB962C8B-B14F-4D97-AF65-F5344CB8AC3E}">
        <p14:creationId xmlns:p14="http://schemas.microsoft.com/office/powerpoint/2010/main" val="1507656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141"/>
          <p:cNvSpPr txBox="1">
            <a:spLocks noGrp="1"/>
          </p:cNvSpPr>
          <p:nvPr>
            <p:ph type="title"/>
          </p:nvPr>
        </p:nvSpPr>
        <p:spPr>
          <a:xfrm>
            <a:off x="471500" y="198767"/>
            <a:ext cx="11200800" cy="865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a:t>Sentinel</a:t>
            </a:r>
            <a:endParaRPr/>
          </a:p>
        </p:txBody>
      </p:sp>
      <p:pic>
        <p:nvPicPr>
          <p:cNvPr id="1110" name="Google Shape;1110;p141"/>
          <p:cNvPicPr preferRelativeResize="0"/>
          <p:nvPr/>
        </p:nvPicPr>
        <p:blipFill rotWithShape="1">
          <a:blip r:embed="rId3">
            <a:alphaModFix/>
          </a:blip>
          <a:srcRect l="1700" t="3846"/>
          <a:stretch/>
        </p:blipFill>
        <p:spPr>
          <a:xfrm>
            <a:off x="0" y="0"/>
            <a:ext cx="12192000" cy="6858000"/>
          </a:xfrm>
          <a:prstGeom prst="rect">
            <a:avLst/>
          </a:prstGeom>
          <a:noFill/>
          <a:ln>
            <a:noFill/>
          </a:ln>
        </p:spPr>
      </p:pic>
      <p:sp>
        <p:nvSpPr>
          <p:cNvPr id="1111" name="Google Shape;1111;p141"/>
          <p:cNvSpPr txBox="1">
            <a:spLocks noGrp="1"/>
          </p:cNvSpPr>
          <p:nvPr>
            <p:ph type="title"/>
          </p:nvPr>
        </p:nvSpPr>
        <p:spPr>
          <a:xfrm>
            <a:off x="304700" y="931333"/>
            <a:ext cx="2979600" cy="865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b="1">
                <a:solidFill>
                  <a:srgbClr val="FFFFFF"/>
                </a:solidFill>
              </a:rPr>
              <a:t>Sentinel-1</a:t>
            </a:r>
            <a:endParaRPr sz="4000" b="1">
              <a:solidFill>
                <a:srgbClr val="FFFFFF"/>
              </a:solidFill>
            </a:endParaRPr>
          </a:p>
        </p:txBody>
      </p:sp>
    </p:spTree>
    <p:extLst>
      <p:ext uri="{BB962C8B-B14F-4D97-AF65-F5344CB8AC3E}">
        <p14:creationId xmlns:p14="http://schemas.microsoft.com/office/powerpoint/2010/main" val="570556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76E14-510A-62F4-B132-EBCBC0E8AAA3}"/>
              </a:ext>
            </a:extLst>
          </p:cNvPr>
          <p:cNvSpPr>
            <a:spLocks noGrp="1"/>
          </p:cNvSpPr>
          <p:nvPr>
            <p:ph type="sldNum" sz="quarter" idx="12"/>
          </p:nvPr>
        </p:nvSpPr>
        <p:spPr/>
        <p:txBody>
          <a:bodyPr/>
          <a:lstStyle/>
          <a:p>
            <a:fld id="{5B412F84-AA69-4185-A895-1AC6C3BCB519}" type="slidenum">
              <a:rPr lang="en-US" smtClean="0"/>
              <a:t>13</a:t>
            </a:fld>
            <a:endParaRPr lang="en-US"/>
          </a:p>
        </p:txBody>
      </p:sp>
      <p:pic>
        <p:nvPicPr>
          <p:cNvPr id="4" name="Picture 3">
            <a:extLst>
              <a:ext uri="{FF2B5EF4-FFF2-40B4-BE49-F238E27FC236}">
                <a16:creationId xmlns:a16="http://schemas.microsoft.com/office/drawing/2014/main" id="{6E7A66C3-0596-3505-7509-F394694277FC}"/>
              </a:ext>
            </a:extLst>
          </p:cNvPr>
          <p:cNvPicPr>
            <a:picLocks noChangeAspect="1"/>
          </p:cNvPicPr>
          <p:nvPr/>
        </p:nvPicPr>
        <p:blipFill>
          <a:blip r:embed="rId3"/>
          <a:stretch>
            <a:fillRect/>
          </a:stretch>
        </p:blipFill>
        <p:spPr>
          <a:xfrm>
            <a:off x="517120" y="524934"/>
            <a:ext cx="10872230" cy="5394854"/>
          </a:xfrm>
          <a:prstGeom prst="rect">
            <a:avLst/>
          </a:prstGeom>
        </p:spPr>
      </p:pic>
    </p:spTree>
    <p:extLst>
      <p:ext uri="{BB962C8B-B14F-4D97-AF65-F5344CB8AC3E}">
        <p14:creationId xmlns:p14="http://schemas.microsoft.com/office/powerpoint/2010/main" val="783921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3"/>
        <p:cNvGrpSpPr/>
        <p:nvPr/>
      </p:nvGrpSpPr>
      <p:grpSpPr>
        <a:xfrm>
          <a:off x="0" y="0"/>
          <a:ext cx="0" cy="0"/>
          <a:chOff x="0" y="0"/>
          <a:chExt cx="0" cy="0"/>
        </a:xfrm>
      </p:grpSpPr>
      <p:sp>
        <p:nvSpPr>
          <p:cNvPr id="1134" name="Google Shape;1134;p145"/>
          <p:cNvSpPr txBox="1">
            <a:spLocks noGrp="1"/>
          </p:cNvSpPr>
          <p:nvPr>
            <p:ph type="title"/>
          </p:nvPr>
        </p:nvSpPr>
        <p:spPr>
          <a:xfrm>
            <a:off x="241200" y="494267"/>
            <a:ext cx="11709600" cy="763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a:t>Computation Platform</a:t>
            </a:r>
            <a:endParaRPr sz="4000"/>
          </a:p>
        </p:txBody>
      </p:sp>
      <p:pic>
        <p:nvPicPr>
          <p:cNvPr id="1135" name="Google Shape;1135;p145"/>
          <p:cNvPicPr preferRelativeResize="0"/>
          <p:nvPr/>
        </p:nvPicPr>
        <p:blipFill rotWithShape="1">
          <a:blip r:embed="rId3">
            <a:alphaModFix/>
          </a:blip>
          <a:srcRect t="39140" b="6819"/>
          <a:stretch/>
        </p:blipFill>
        <p:spPr>
          <a:xfrm>
            <a:off x="310533" y="1605568"/>
            <a:ext cx="11577600" cy="4169601"/>
          </a:xfrm>
          <a:prstGeom prst="rect">
            <a:avLst/>
          </a:prstGeom>
          <a:noFill/>
          <a:ln w="19050" cap="flat" cmpd="sng">
            <a:solidFill>
              <a:schemeClr val="accent1"/>
            </a:solidFill>
            <a:prstDash val="solid"/>
            <a:round/>
            <a:headEnd type="none" w="sm" len="sm"/>
            <a:tailEnd type="none" w="sm" len="sm"/>
          </a:ln>
        </p:spPr>
      </p:pic>
      <p:sp>
        <p:nvSpPr>
          <p:cNvPr id="1136" name="Google Shape;1136;p145"/>
          <p:cNvSpPr/>
          <p:nvPr/>
        </p:nvSpPr>
        <p:spPr>
          <a:xfrm>
            <a:off x="842267" y="2075033"/>
            <a:ext cx="4901600" cy="3162000"/>
          </a:xfrm>
          <a:prstGeom prst="rect">
            <a:avLst/>
          </a:prstGeom>
          <a:solidFill>
            <a:srgbClr val="D9EAD3"/>
          </a:solid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3200" b="1">
                <a:latin typeface="Open Sans"/>
                <a:ea typeface="Open Sans"/>
                <a:cs typeface="Open Sans"/>
                <a:sym typeface="Open Sans"/>
              </a:rPr>
              <a:t>On-the-Fly Computation</a:t>
            </a:r>
            <a:endParaRPr sz="3200" b="1">
              <a:latin typeface="Open Sans"/>
              <a:ea typeface="Open Sans"/>
              <a:cs typeface="Open Sans"/>
              <a:sym typeface="Open Sans"/>
            </a:endParaRPr>
          </a:p>
          <a:p>
            <a:pPr marL="0" lvl="0" indent="0" algn="ctr" rtl="0">
              <a:spcBef>
                <a:spcPts val="0"/>
              </a:spcBef>
              <a:spcAft>
                <a:spcPts val="0"/>
              </a:spcAft>
              <a:buNone/>
            </a:pPr>
            <a:endParaRPr sz="2489" b="1">
              <a:latin typeface="Open Sans"/>
              <a:ea typeface="Open Sans"/>
              <a:cs typeface="Open Sans"/>
              <a:sym typeface="Open Sans"/>
            </a:endParaRPr>
          </a:p>
          <a:p>
            <a:pPr marL="0" lvl="0" indent="0" algn="ctr" rtl="0">
              <a:spcBef>
                <a:spcPts val="0"/>
              </a:spcBef>
              <a:spcAft>
                <a:spcPts val="0"/>
              </a:spcAft>
              <a:buNone/>
            </a:pPr>
            <a:endParaRPr sz="2489" b="1">
              <a:latin typeface="Open Sans"/>
              <a:ea typeface="Open Sans"/>
              <a:cs typeface="Open Sans"/>
              <a:sym typeface="Open Sans"/>
            </a:endParaRPr>
          </a:p>
          <a:p>
            <a:pPr marL="0" lvl="0" indent="0" algn="ctr" rtl="0">
              <a:spcBef>
                <a:spcPts val="0"/>
              </a:spcBef>
              <a:spcAft>
                <a:spcPts val="0"/>
              </a:spcAft>
              <a:buNone/>
            </a:pPr>
            <a:r>
              <a:rPr lang="en" sz="2489" b="1" i="1">
                <a:latin typeface="Open Sans"/>
                <a:ea typeface="Open Sans"/>
                <a:cs typeface="Open Sans"/>
                <a:sym typeface="Open Sans"/>
              </a:rPr>
              <a:t>Interactively visualize data, serve queries, and preview analysis results.</a:t>
            </a:r>
            <a:endParaRPr sz="2489" b="1" i="1">
              <a:latin typeface="Open Sans"/>
              <a:ea typeface="Open Sans"/>
              <a:cs typeface="Open Sans"/>
              <a:sym typeface="Open Sans"/>
            </a:endParaRPr>
          </a:p>
        </p:txBody>
      </p:sp>
      <p:sp>
        <p:nvSpPr>
          <p:cNvPr id="1137" name="Google Shape;1137;p145"/>
          <p:cNvSpPr/>
          <p:nvPr/>
        </p:nvSpPr>
        <p:spPr>
          <a:xfrm>
            <a:off x="6448100" y="2075033"/>
            <a:ext cx="4901600" cy="3162000"/>
          </a:xfrm>
          <a:prstGeom prst="rect">
            <a:avLst/>
          </a:prstGeom>
          <a:solidFill>
            <a:srgbClr val="D9EAD3"/>
          </a:solidFill>
          <a:ln w="19050" cap="flat" cmpd="sng">
            <a:solidFill>
              <a:schemeClr val="accent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3200" b="1">
                <a:latin typeface="Open Sans"/>
                <a:ea typeface="Open Sans"/>
                <a:cs typeface="Open Sans"/>
                <a:sym typeface="Open Sans"/>
              </a:rPr>
              <a:t>Batch</a:t>
            </a:r>
            <a:br>
              <a:rPr lang="en" sz="3200" b="1">
                <a:latin typeface="Open Sans"/>
                <a:ea typeface="Open Sans"/>
                <a:cs typeface="Open Sans"/>
                <a:sym typeface="Open Sans"/>
              </a:rPr>
            </a:br>
            <a:r>
              <a:rPr lang="en" sz="3200" b="1">
                <a:latin typeface="Open Sans"/>
                <a:ea typeface="Open Sans"/>
                <a:cs typeface="Open Sans"/>
                <a:sym typeface="Open Sans"/>
              </a:rPr>
              <a:t>Computation</a:t>
            </a:r>
            <a:endParaRPr sz="3200" b="1">
              <a:latin typeface="Open Sans"/>
              <a:ea typeface="Open Sans"/>
              <a:cs typeface="Open Sans"/>
              <a:sym typeface="Open Sans"/>
            </a:endParaRPr>
          </a:p>
          <a:p>
            <a:pPr marL="0" lvl="0" indent="0" algn="ctr" rtl="0">
              <a:spcBef>
                <a:spcPts val="0"/>
              </a:spcBef>
              <a:spcAft>
                <a:spcPts val="0"/>
              </a:spcAft>
              <a:buNone/>
            </a:pPr>
            <a:endParaRPr sz="2489" b="1">
              <a:latin typeface="Open Sans"/>
              <a:ea typeface="Open Sans"/>
              <a:cs typeface="Open Sans"/>
              <a:sym typeface="Open Sans"/>
            </a:endParaRPr>
          </a:p>
          <a:p>
            <a:pPr marL="0" lvl="0" indent="0" algn="ctr" rtl="0">
              <a:spcBef>
                <a:spcPts val="0"/>
              </a:spcBef>
              <a:spcAft>
                <a:spcPts val="0"/>
              </a:spcAft>
              <a:buNone/>
            </a:pPr>
            <a:endParaRPr sz="2489" b="1">
              <a:latin typeface="Open Sans"/>
              <a:ea typeface="Open Sans"/>
              <a:cs typeface="Open Sans"/>
              <a:sym typeface="Open Sans"/>
            </a:endParaRPr>
          </a:p>
          <a:p>
            <a:pPr marL="0" lvl="0" indent="0" algn="ctr" rtl="0">
              <a:spcBef>
                <a:spcPts val="0"/>
              </a:spcBef>
              <a:spcAft>
                <a:spcPts val="0"/>
              </a:spcAft>
              <a:buNone/>
            </a:pPr>
            <a:r>
              <a:rPr lang="en" sz="2489" b="1" i="1">
                <a:latin typeface="Open Sans"/>
                <a:ea typeface="Open Sans"/>
                <a:cs typeface="Open Sans"/>
                <a:sym typeface="Open Sans"/>
              </a:rPr>
              <a:t>Large-scale parallel computation at the click of a button.</a:t>
            </a:r>
            <a:endParaRPr sz="2489" b="1" i="1">
              <a:latin typeface="Open Sans"/>
              <a:ea typeface="Open Sans"/>
              <a:cs typeface="Open Sans"/>
              <a:sym typeface="Open Sans"/>
            </a:endParaRPr>
          </a:p>
        </p:txBody>
      </p:sp>
      <p:sp>
        <p:nvSpPr>
          <p:cNvPr id="1138" name="Google Shape;1138;p145"/>
          <p:cNvSpPr/>
          <p:nvPr/>
        </p:nvSpPr>
        <p:spPr>
          <a:xfrm>
            <a:off x="5836800" y="3431167"/>
            <a:ext cx="518400" cy="518400"/>
          </a:xfrm>
          <a:prstGeom prst="mathPlus">
            <a:avLst>
              <a:gd name="adj1" fmla="val 2352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spTree>
    <p:extLst>
      <p:ext uri="{BB962C8B-B14F-4D97-AF65-F5344CB8AC3E}">
        <p14:creationId xmlns:p14="http://schemas.microsoft.com/office/powerpoint/2010/main" val="2729981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AB2159-3185-7ECD-07AB-A6B458AFFFC4}"/>
              </a:ext>
            </a:extLst>
          </p:cNvPr>
          <p:cNvSpPr>
            <a:spLocks noGrp="1"/>
          </p:cNvSpPr>
          <p:nvPr>
            <p:ph type="sldNum" sz="quarter" idx="12"/>
          </p:nvPr>
        </p:nvSpPr>
        <p:spPr/>
        <p:txBody>
          <a:bodyPr/>
          <a:lstStyle/>
          <a:p>
            <a:fld id="{5B412F84-AA69-4185-A895-1AC6C3BCB519}" type="slidenum">
              <a:rPr lang="en-US" smtClean="0"/>
              <a:t>15</a:t>
            </a:fld>
            <a:endParaRPr lang="en-US"/>
          </a:p>
        </p:txBody>
      </p:sp>
      <p:pic>
        <p:nvPicPr>
          <p:cNvPr id="4" name="Picture 3">
            <a:extLst>
              <a:ext uri="{FF2B5EF4-FFF2-40B4-BE49-F238E27FC236}">
                <a16:creationId xmlns:a16="http://schemas.microsoft.com/office/drawing/2014/main" id="{60E7EE3C-43ED-64E1-82AC-4F531E3550A9}"/>
              </a:ext>
            </a:extLst>
          </p:cNvPr>
          <p:cNvPicPr>
            <a:picLocks noChangeAspect="1"/>
          </p:cNvPicPr>
          <p:nvPr/>
        </p:nvPicPr>
        <p:blipFill>
          <a:blip r:embed="rId3"/>
          <a:stretch>
            <a:fillRect/>
          </a:stretch>
        </p:blipFill>
        <p:spPr>
          <a:xfrm>
            <a:off x="146136" y="613834"/>
            <a:ext cx="11899728" cy="5329766"/>
          </a:xfrm>
          <a:prstGeom prst="rect">
            <a:avLst/>
          </a:prstGeom>
        </p:spPr>
      </p:pic>
      <p:sp>
        <p:nvSpPr>
          <p:cNvPr id="5" name="TextBox 4">
            <a:extLst>
              <a:ext uri="{FF2B5EF4-FFF2-40B4-BE49-F238E27FC236}">
                <a16:creationId xmlns:a16="http://schemas.microsoft.com/office/drawing/2014/main" id="{406654FE-C83E-23E5-C67D-A7D63D15B37F}"/>
              </a:ext>
            </a:extLst>
          </p:cNvPr>
          <p:cNvSpPr txBox="1"/>
          <p:nvPr/>
        </p:nvSpPr>
        <p:spPr>
          <a:xfrm>
            <a:off x="605433" y="0"/>
            <a:ext cx="6097190" cy="646331"/>
          </a:xfrm>
          <a:prstGeom prst="rect">
            <a:avLst/>
          </a:prstGeom>
          <a:noFill/>
        </p:spPr>
        <p:txBody>
          <a:bodyPr wrap="square">
            <a:spAutoFit/>
          </a:bodyPr>
          <a:lstStyle/>
          <a:p>
            <a:r>
              <a:rPr lang="en-US" sz="3600" b="1" dirty="0">
                <a:solidFill>
                  <a:schemeClr val="accent6">
                    <a:lumMod val="75000"/>
                  </a:schemeClr>
                </a:solidFill>
              </a:rPr>
              <a:t>Powerful JavaScript* API</a:t>
            </a:r>
          </a:p>
        </p:txBody>
      </p:sp>
    </p:spTree>
    <p:extLst>
      <p:ext uri="{BB962C8B-B14F-4D97-AF65-F5344CB8AC3E}">
        <p14:creationId xmlns:p14="http://schemas.microsoft.com/office/powerpoint/2010/main" val="450324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B412F84-AA69-4185-A895-1AC6C3BCB519}" type="slidenum">
              <a:rPr lang="en-US" smtClean="0"/>
              <a:t>16</a:t>
            </a:fld>
            <a:endParaRPr lang="en-US"/>
          </a:p>
        </p:txBody>
      </p:sp>
      <p:pic>
        <p:nvPicPr>
          <p:cNvPr id="5" name="Picture 4"/>
          <p:cNvPicPr>
            <a:picLocks noChangeAspect="1"/>
          </p:cNvPicPr>
          <p:nvPr/>
        </p:nvPicPr>
        <p:blipFill>
          <a:blip r:embed="rId2"/>
          <a:stretch>
            <a:fillRect/>
          </a:stretch>
        </p:blipFill>
        <p:spPr>
          <a:xfrm>
            <a:off x="482372" y="655184"/>
            <a:ext cx="10916559" cy="5598659"/>
          </a:xfrm>
          <a:prstGeom prst="rect">
            <a:avLst/>
          </a:prstGeom>
        </p:spPr>
      </p:pic>
    </p:spTree>
    <p:extLst>
      <p:ext uri="{BB962C8B-B14F-4D97-AF65-F5344CB8AC3E}">
        <p14:creationId xmlns:p14="http://schemas.microsoft.com/office/powerpoint/2010/main" val="1285742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b="5910"/>
          <a:stretch/>
        </p:blipFill>
        <p:spPr>
          <a:xfrm>
            <a:off x="1068677" y="0"/>
            <a:ext cx="9487793" cy="6247512"/>
          </a:xfrm>
          <a:prstGeom prst="rect">
            <a:avLst/>
          </a:prstGeom>
        </p:spPr>
      </p:pic>
      <p:sp>
        <p:nvSpPr>
          <p:cNvPr id="3" name="Slide Number Placeholder 2"/>
          <p:cNvSpPr>
            <a:spLocks noGrp="1"/>
          </p:cNvSpPr>
          <p:nvPr>
            <p:ph type="sldNum" sz="quarter" idx="12"/>
          </p:nvPr>
        </p:nvSpPr>
        <p:spPr/>
        <p:txBody>
          <a:bodyPr/>
          <a:lstStyle/>
          <a:p>
            <a:fld id="{5B412F84-AA69-4185-A895-1AC6C3BCB519}" type="slidenum">
              <a:rPr lang="en-US" smtClean="0"/>
              <a:t>17</a:t>
            </a:fld>
            <a:endParaRPr lang="en-US"/>
          </a:p>
        </p:txBody>
      </p:sp>
    </p:spTree>
    <p:extLst>
      <p:ext uri="{BB962C8B-B14F-4D97-AF65-F5344CB8AC3E}">
        <p14:creationId xmlns:p14="http://schemas.microsoft.com/office/powerpoint/2010/main" val="2786797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pic>
        <p:nvPicPr>
          <p:cNvPr id="1077" name="Google Shape;1077;p136"/>
          <p:cNvPicPr preferRelativeResize="0"/>
          <p:nvPr/>
        </p:nvPicPr>
        <p:blipFill rotWithShape="1">
          <a:blip r:embed="rId3">
            <a:alphaModFix/>
          </a:blip>
          <a:srcRect b="8999"/>
          <a:stretch/>
        </p:blipFill>
        <p:spPr>
          <a:xfrm>
            <a:off x="30600" y="0"/>
            <a:ext cx="12130792" cy="6858000"/>
          </a:xfrm>
          <a:prstGeom prst="rect">
            <a:avLst/>
          </a:prstGeom>
          <a:noFill/>
          <a:ln>
            <a:noFill/>
          </a:ln>
        </p:spPr>
      </p:pic>
      <p:sp>
        <p:nvSpPr>
          <p:cNvPr id="1078" name="Google Shape;1078;p136"/>
          <p:cNvSpPr/>
          <p:nvPr/>
        </p:nvSpPr>
        <p:spPr>
          <a:xfrm>
            <a:off x="7942900" y="59967"/>
            <a:ext cx="1148800" cy="628400"/>
          </a:xfrm>
          <a:prstGeom prst="ellipse">
            <a:avLst/>
          </a:prstGeom>
          <a:noFill/>
          <a:ln w="38100"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endParaRPr sz="2489"/>
          </a:p>
        </p:txBody>
      </p:sp>
      <p:cxnSp>
        <p:nvCxnSpPr>
          <p:cNvPr id="1079" name="Google Shape;1079;p136"/>
          <p:cNvCxnSpPr>
            <a:stCxn id="1080" idx="3"/>
            <a:endCxn id="1078" idx="2"/>
          </p:cNvCxnSpPr>
          <p:nvPr/>
        </p:nvCxnSpPr>
        <p:spPr>
          <a:xfrm rot="10800000" flipH="1">
            <a:off x="6746733" y="374133"/>
            <a:ext cx="1196000" cy="270000"/>
          </a:xfrm>
          <a:prstGeom prst="curvedConnector3">
            <a:avLst>
              <a:gd name="adj1" fmla="val 50007"/>
            </a:avLst>
          </a:prstGeom>
          <a:noFill/>
          <a:ln w="38100" cap="flat" cmpd="sng">
            <a:solidFill>
              <a:srgbClr val="FF0000"/>
            </a:solidFill>
            <a:prstDash val="solid"/>
            <a:round/>
            <a:headEnd type="none" w="med" len="med"/>
            <a:tailEnd type="triangle" w="med" len="med"/>
          </a:ln>
        </p:spPr>
      </p:cxnSp>
      <p:sp>
        <p:nvSpPr>
          <p:cNvPr id="1080" name="Google Shape;1080;p136"/>
          <p:cNvSpPr txBox="1"/>
          <p:nvPr/>
        </p:nvSpPr>
        <p:spPr>
          <a:xfrm>
            <a:off x="4699933" y="195333"/>
            <a:ext cx="2046800" cy="897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4000" b="1">
                <a:solidFill>
                  <a:srgbClr val="FF0000"/>
                </a:solidFill>
                <a:latin typeface="Roboto"/>
                <a:ea typeface="Roboto"/>
                <a:cs typeface="Roboto"/>
                <a:sym typeface="Roboto"/>
              </a:rPr>
              <a:t>Search!</a:t>
            </a:r>
            <a:endParaRPr sz="4000" b="1">
              <a:solidFill>
                <a:srgbClr val="FF0000"/>
              </a:solidFill>
              <a:latin typeface="Roboto"/>
              <a:ea typeface="Roboto"/>
              <a:cs typeface="Roboto"/>
              <a:sym typeface="Roboto"/>
            </a:endParaRPr>
          </a:p>
        </p:txBody>
      </p:sp>
    </p:spTree>
    <p:extLst>
      <p:ext uri="{BB962C8B-B14F-4D97-AF65-F5344CB8AC3E}">
        <p14:creationId xmlns:p14="http://schemas.microsoft.com/office/powerpoint/2010/main" val="852681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9"/>
                                        </p:tgtEl>
                                        <p:attrNameLst>
                                          <p:attrName>style.visibility</p:attrName>
                                        </p:attrNameLst>
                                      </p:cBhvr>
                                      <p:to>
                                        <p:strVal val="visible"/>
                                      </p:to>
                                    </p:set>
                                    <p:animEffect transition="in" filter="fade">
                                      <p:cBhvr>
                                        <p:cTn id="7" dur="1000"/>
                                        <p:tgtEl>
                                          <p:spTgt spid="1079"/>
                                        </p:tgtEl>
                                      </p:cBhvr>
                                    </p:animEffect>
                                  </p:childTnLst>
                                </p:cTn>
                              </p:par>
                              <p:par>
                                <p:cTn id="8" presetID="10" presetClass="entr" presetSubtype="0" fill="hold" nodeType="withEffect">
                                  <p:stCondLst>
                                    <p:cond delay="0"/>
                                  </p:stCondLst>
                                  <p:childTnLst>
                                    <p:set>
                                      <p:cBhvr>
                                        <p:cTn id="9" dur="1" fill="hold">
                                          <p:stCondLst>
                                            <p:cond delay="0"/>
                                          </p:stCondLst>
                                        </p:cTn>
                                        <p:tgtEl>
                                          <p:spTgt spid="1080"/>
                                        </p:tgtEl>
                                        <p:attrNameLst>
                                          <p:attrName>style.visibility</p:attrName>
                                        </p:attrNameLst>
                                      </p:cBhvr>
                                      <p:to>
                                        <p:strVal val="visible"/>
                                      </p:to>
                                    </p:set>
                                    <p:animEffect transition="in" filter="fade">
                                      <p:cBhvr>
                                        <p:cTn id="10" dur="1000"/>
                                        <p:tgtEl>
                                          <p:spTgt spid="1080"/>
                                        </p:tgtEl>
                                      </p:cBhvr>
                                    </p:animEffect>
                                  </p:childTnLst>
                                </p:cTn>
                              </p:par>
                              <p:par>
                                <p:cTn id="11" presetID="10" presetClass="entr" presetSubtype="0" fill="hold" nodeType="withEffect">
                                  <p:stCondLst>
                                    <p:cond delay="0"/>
                                  </p:stCondLst>
                                  <p:childTnLst>
                                    <p:set>
                                      <p:cBhvr>
                                        <p:cTn id="12" dur="1" fill="hold">
                                          <p:stCondLst>
                                            <p:cond delay="0"/>
                                          </p:stCondLst>
                                        </p:cTn>
                                        <p:tgtEl>
                                          <p:spTgt spid="1078"/>
                                        </p:tgtEl>
                                        <p:attrNameLst>
                                          <p:attrName>style.visibility</p:attrName>
                                        </p:attrNameLst>
                                      </p:cBhvr>
                                      <p:to>
                                        <p:strVal val="visible"/>
                                      </p:to>
                                    </p:set>
                                    <p:animEffect transition="in" filter="fade">
                                      <p:cBhvr>
                                        <p:cTn id="13" dur="1000"/>
                                        <p:tgtEl>
                                          <p:spTgt spid="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B412F84-AA69-4185-A895-1AC6C3BCB519}" type="slidenum">
              <a:rPr lang="en-US" smtClean="0"/>
              <a:t>19</a:t>
            </a:fld>
            <a:endParaRPr lang="en-US"/>
          </a:p>
        </p:txBody>
      </p:sp>
      <p:pic>
        <p:nvPicPr>
          <p:cNvPr id="3" name="Picture 2"/>
          <p:cNvPicPr>
            <a:picLocks noChangeAspect="1"/>
          </p:cNvPicPr>
          <p:nvPr/>
        </p:nvPicPr>
        <p:blipFill>
          <a:blip r:embed="rId2"/>
          <a:stretch>
            <a:fillRect/>
          </a:stretch>
        </p:blipFill>
        <p:spPr>
          <a:xfrm>
            <a:off x="638174" y="1337644"/>
            <a:ext cx="5605871" cy="3822185"/>
          </a:xfrm>
          <a:prstGeom prst="rect">
            <a:avLst/>
          </a:prstGeom>
          <a:ln w="28575">
            <a:solidFill>
              <a:schemeClr val="tx1"/>
            </a:solidFill>
          </a:ln>
        </p:spPr>
      </p:pic>
      <p:pic>
        <p:nvPicPr>
          <p:cNvPr id="4" name="Picture 3"/>
          <p:cNvPicPr>
            <a:picLocks noChangeAspect="1"/>
          </p:cNvPicPr>
          <p:nvPr/>
        </p:nvPicPr>
        <p:blipFill>
          <a:blip r:embed="rId3"/>
          <a:stretch>
            <a:fillRect/>
          </a:stretch>
        </p:blipFill>
        <p:spPr>
          <a:xfrm>
            <a:off x="6034668" y="2245889"/>
            <a:ext cx="5329690" cy="3191525"/>
          </a:xfrm>
          <a:prstGeom prst="rect">
            <a:avLst/>
          </a:prstGeom>
          <a:ln w="28575">
            <a:solidFill>
              <a:schemeClr val="accent1"/>
            </a:solidFill>
          </a:ln>
        </p:spPr>
      </p:pic>
      <p:sp>
        <p:nvSpPr>
          <p:cNvPr id="5" name="TextBox 4"/>
          <p:cNvSpPr txBox="1"/>
          <p:nvPr/>
        </p:nvSpPr>
        <p:spPr>
          <a:xfrm>
            <a:off x="636814" y="751114"/>
            <a:ext cx="1191986" cy="461665"/>
          </a:xfrm>
          <a:prstGeom prst="rect">
            <a:avLst/>
          </a:prstGeom>
          <a:noFill/>
          <a:ln w="38100">
            <a:solidFill>
              <a:schemeClr val="tx1"/>
            </a:solidFill>
          </a:ln>
        </p:spPr>
        <p:txBody>
          <a:bodyPr wrap="square" rtlCol="0">
            <a:spAutoFit/>
          </a:bodyPr>
          <a:lstStyle/>
          <a:p>
            <a:pPr algn="ctr"/>
            <a:r>
              <a:rPr lang="en-US" sz="2400" dirty="0"/>
              <a:t>1</a:t>
            </a:r>
          </a:p>
        </p:txBody>
      </p:sp>
      <p:sp>
        <p:nvSpPr>
          <p:cNvPr id="6" name="TextBox 5"/>
          <p:cNvSpPr txBox="1"/>
          <p:nvPr/>
        </p:nvSpPr>
        <p:spPr>
          <a:xfrm>
            <a:off x="6162402" y="1758371"/>
            <a:ext cx="1191986" cy="461665"/>
          </a:xfrm>
          <a:prstGeom prst="rect">
            <a:avLst/>
          </a:prstGeom>
          <a:noFill/>
          <a:ln w="38100">
            <a:solidFill>
              <a:schemeClr val="tx1"/>
            </a:solidFill>
          </a:ln>
        </p:spPr>
        <p:txBody>
          <a:bodyPr wrap="square" rtlCol="0">
            <a:spAutoFit/>
          </a:bodyPr>
          <a:lstStyle/>
          <a:p>
            <a:pPr algn="ctr"/>
            <a:r>
              <a:rPr lang="en-US" sz="2400" dirty="0"/>
              <a:t>2</a:t>
            </a:r>
          </a:p>
        </p:txBody>
      </p:sp>
      <p:sp>
        <p:nvSpPr>
          <p:cNvPr id="7" name="TextBox 6"/>
          <p:cNvSpPr txBox="1"/>
          <p:nvPr/>
        </p:nvSpPr>
        <p:spPr>
          <a:xfrm>
            <a:off x="6034668" y="5486934"/>
            <a:ext cx="5329690" cy="461665"/>
          </a:xfrm>
          <a:prstGeom prst="rect">
            <a:avLst/>
          </a:prstGeom>
          <a:noFill/>
          <a:ln w="38100">
            <a:solidFill>
              <a:schemeClr val="tx1"/>
            </a:solidFill>
          </a:ln>
        </p:spPr>
        <p:txBody>
          <a:bodyPr wrap="square" rtlCol="0">
            <a:spAutoFit/>
          </a:bodyPr>
          <a:lstStyle/>
          <a:p>
            <a:r>
              <a:rPr lang="en-US" sz="2400" dirty="0"/>
              <a:t>3 – Type name of the folder</a:t>
            </a:r>
          </a:p>
        </p:txBody>
      </p:sp>
    </p:spTree>
    <p:extLst>
      <p:ext uri="{BB962C8B-B14F-4D97-AF65-F5344CB8AC3E}">
        <p14:creationId xmlns:p14="http://schemas.microsoft.com/office/powerpoint/2010/main" val="284385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arn(inVertic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Your first Script: Hello, I am ‘</a:t>
            </a:r>
            <a:r>
              <a:rPr lang="en-US" dirty="0">
                <a:solidFill>
                  <a:srgbClr val="FF0000"/>
                </a:solidFill>
              </a:rPr>
              <a:t>your name’</a:t>
            </a:r>
            <a:endParaRPr lang="en-US" dirty="0"/>
          </a:p>
        </p:txBody>
      </p:sp>
      <p:sp>
        <p:nvSpPr>
          <p:cNvPr id="4" name="Slide Number Placeholder 3"/>
          <p:cNvSpPr>
            <a:spLocks noGrp="1"/>
          </p:cNvSpPr>
          <p:nvPr>
            <p:ph type="sldNum" sz="quarter" idx="12"/>
          </p:nvPr>
        </p:nvSpPr>
        <p:spPr/>
        <p:txBody>
          <a:bodyPr/>
          <a:lstStyle/>
          <a:p>
            <a:fld id="{5B412F84-AA69-4185-A895-1AC6C3BCB519}" type="slidenum">
              <a:rPr lang="en-US" smtClean="0"/>
              <a:t>20</a:t>
            </a:fld>
            <a:endParaRPr lang="en-US"/>
          </a:p>
        </p:txBody>
      </p:sp>
      <p:pic>
        <p:nvPicPr>
          <p:cNvPr id="13" name="Picture 12"/>
          <p:cNvPicPr>
            <a:picLocks noChangeAspect="1"/>
          </p:cNvPicPr>
          <p:nvPr/>
        </p:nvPicPr>
        <p:blipFill>
          <a:blip r:embed="rId2"/>
          <a:stretch>
            <a:fillRect/>
          </a:stretch>
        </p:blipFill>
        <p:spPr>
          <a:xfrm>
            <a:off x="930728" y="4686444"/>
            <a:ext cx="6946589" cy="1649042"/>
          </a:xfrm>
          <a:prstGeom prst="rect">
            <a:avLst/>
          </a:prstGeom>
        </p:spPr>
      </p:pic>
      <p:pic>
        <p:nvPicPr>
          <p:cNvPr id="14" name="Picture 13"/>
          <p:cNvPicPr>
            <a:picLocks noChangeAspect="1"/>
          </p:cNvPicPr>
          <p:nvPr/>
        </p:nvPicPr>
        <p:blipFill rotWithShape="1">
          <a:blip r:embed="rId3"/>
          <a:srcRect r="73801"/>
          <a:stretch/>
        </p:blipFill>
        <p:spPr>
          <a:xfrm>
            <a:off x="30480" y="2584372"/>
            <a:ext cx="3186249" cy="1367141"/>
          </a:xfrm>
          <a:prstGeom prst="rect">
            <a:avLst/>
          </a:prstGeom>
        </p:spPr>
      </p:pic>
      <p:pic>
        <p:nvPicPr>
          <p:cNvPr id="16" name="Picture 15"/>
          <p:cNvPicPr>
            <a:picLocks noChangeAspect="1"/>
          </p:cNvPicPr>
          <p:nvPr/>
        </p:nvPicPr>
        <p:blipFill rotWithShape="1">
          <a:blip r:embed="rId3"/>
          <a:srcRect r="22646"/>
          <a:stretch/>
        </p:blipFill>
        <p:spPr>
          <a:xfrm>
            <a:off x="30480" y="2584372"/>
            <a:ext cx="9407434" cy="1367141"/>
          </a:xfrm>
          <a:prstGeom prst="rect">
            <a:avLst/>
          </a:prstGeom>
        </p:spPr>
      </p:pic>
      <p:pic>
        <p:nvPicPr>
          <p:cNvPr id="17" name="Picture 16"/>
          <p:cNvPicPr>
            <a:picLocks noChangeAspect="1"/>
          </p:cNvPicPr>
          <p:nvPr/>
        </p:nvPicPr>
        <p:blipFill>
          <a:blip r:embed="rId3"/>
          <a:stretch>
            <a:fillRect/>
          </a:stretch>
        </p:blipFill>
        <p:spPr>
          <a:xfrm>
            <a:off x="30480" y="2584372"/>
            <a:ext cx="12161520" cy="1367141"/>
          </a:xfrm>
          <a:prstGeom prst="rect">
            <a:avLst/>
          </a:prstGeom>
          <a:noFill/>
        </p:spPr>
      </p:pic>
      <p:sp>
        <p:nvSpPr>
          <p:cNvPr id="8" name="Rounded Rectangle 7"/>
          <p:cNvSpPr/>
          <p:nvPr/>
        </p:nvSpPr>
        <p:spPr>
          <a:xfrm>
            <a:off x="130629" y="3396347"/>
            <a:ext cx="1796142" cy="17961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p:cNvSpPr/>
          <p:nvPr/>
        </p:nvSpPr>
        <p:spPr>
          <a:xfrm>
            <a:off x="3355522" y="2890157"/>
            <a:ext cx="2881991" cy="50619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9538063" y="3243951"/>
            <a:ext cx="1796142" cy="33201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6613071" y="2416629"/>
            <a:ext cx="751115" cy="685800"/>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9433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par>
                          <p:cTn id="18" fill="hold">
                            <p:stCondLst>
                              <p:cond delay="500"/>
                            </p:stCondLst>
                            <p:childTnLst>
                              <p:par>
                                <p:cTn id="19" presetID="16" presetClass="entr" presetSubtype="21"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arn(inVertical)">
                                      <p:cBhvr>
                                        <p:cTn id="21" dur="500"/>
                                        <p:tgtEl>
                                          <p:spTgt spid="10"/>
                                        </p:tgtEl>
                                      </p:cBhvr>
                                    </p:animEffect>
                                  </p:childTnLst>
                                </p:cTn>
                              </p:par>
                            </p:childTnLst>
                          </p:cTn>
                        </p:par>
                        <p:par>
                          <p:cTn id="22" fill="hold">
                            <p:stCondLst>
                              <p:cond delay="1000"/>
                            </p:stCondLst>
                            <p:childTnLst>
                              <p:par>
                                <p:cTn id="23" presetID="16" presetClass="entr" presetSubtype="21"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arn(inVertical)">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6" presetClass="entr" presetSubtype="21"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barn(inVertical)">
                                      <p:cBhvr>
                                        <p:cTn id="30" dur="5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down)">
                                      <p:cBhvr>
                                        <p:cTn id="3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B412F84-AA69-4185-A895-1AC6C3BCB519}" type="slidenum">
              <a:rPr lang="en-US" smtClean="0"/>
              <a:t>21</a:t>
            </a:fld>
            <a:endParaRPr lang="en-US"/>
          </a:p>
        </p:txBody>
      </p:sp>
      <p:pic>
        <p:nvPicPr>
          <p:cNvPr id="5" name="Picture 4"/>
          <p:cNvPicPr>
            <a:picLocks noChangeAspect="1"/>
          </p:cNvPicPr>
          <p:nvPr/>
        </p:nvPicPr>
        <p:blipFill rotWithShape="1">
          <a:blip r:embed="rId2"/>
          <a:srcRect b="82099"/>
          <a:stretch/>
        </p:blipFill>
        <p:spPr>
          <a:xfrm>
            <a:off x="1049791" y="453797"/>
            <a:ext cx="9906656" cy="672874"/>
          </a:xfrm>
          <a:prstGeom prst="rect">
            <a:avLst/>
          </a:prstGeom>
        </p:spPr>
      </p:pic>
      <p:pic>
        <p:nvPicPr>
          <p:cNvPr id="6" name="Picture 5"/>
          <p:cNvPicPr>
            <a:picLocks noChangeAspect="1"/>
          </p:cNvPicPr>
          <p:nvPr/>
        </p:nvPicPr>
        <p:blipFill rotWithShape="1">
          <a:blip r:embed="rId3"/>
          <a:srcRect t="3706"/>
          <a:stretch/>
        </p:blipFill>
        <p:spPr>
          <a:xfrm>
            <a:off x="1178498" y="1959428"/>
            <a:ext cx="9777949" cy="4065813"/>
          </a:xfrm>
          <a:prstGeom prst="rect">
            <a:avLst/>
          </a:prstGeom>
        </p:spPr>
      </p:pic>
      <p:cxnSp>
        <p:nvCxnSpPr>
          <p:cNvPr id="8" name="Straight Arrow Connector 7"/>
          <p:cNvCxnSpPr/>
          <p:nvPr/>
        </p:nvCxnSpPr>
        <p:spPr>
          <a:xfrm>
            <a:off x="1747157" y="1453243"/>
            <a:ext cx="1061357" cy="8001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218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3287" y="286603"/>
            <a:ext cx="11959460" cy="1450757"/>
          </a:xfrm>
        </p:spPr>
        <p:txBody>
          <a:bodyPr/>
          <a:lstStyle/>
          <a:p>
            <a:r>
              <a:rPr lang="en-US" dirty="0">
                <a:latin typeface="Comic Sans MS" panose="030F0702030302020204" pitchFamily="66" charset="0"/>
              </a:rPr>
              <a:t>Clear Script</a:t>
            </a:r>
          </a:p>
        </p:txBody>
      </p:sp>
      <p:sp>
        <p:nvSpPr>
          <p:cNvPr id="2" name="Slide Number Placeholder 1"/>
          <p:cNvSpPr>
            <a:spLocks noGrp="1"/>
          </p:cNvSpPr>
          <p:nvPr>
            <p:ph type="sldNum" sz="quarter" idx="12"/>
          </p:nvPr>
        </p:nvSpPr>
        <p:spPr/>
        <p:txBody>
          <a:bodyPr/>
          <a:lstStyle/>
          <a:p>
            <a:fld id="{5B412F84-AA69-4185-A895-1AC6C3BCB519}" type="slidenum">
              <a:rPr lang="en-US" smtClean="0"/>
              <a:t>22</a:t>
            </a:fld>
            <a:endParaRPr lang="en-US"/>
          </a:p>
        </p:txBody>
      </p:sp>
      <p:pic>
        <p:nvPicPr>
          <p:cNvPr id="3" name="Picture 2"/>
          <p:cNvPicPr>
            <a:picLocks noChangeAspect="1"/>
          </p:cNvPicPr>
          <p:nvPr/>
        </p:nvPicPr>
        <p:blipFill>
          <a:blip r:embed="rId2"/>
          <a:stretch>
            <a:fillRect/>
          </a:stretch>
        </p:blipFill>
        <p:spPr>
          <a:xfrm>
            <a:off x="0" y="1737360"/>
            <a:ext cx="12122746" cy="4486274"/>
          </a:xfrm>
          <a:prstGeom prst="rect">
            <a:avLst/>
          </a:prstGeom>
        </p:spPr>
      </p:pic>
    </p:spTree>
    <p:extLst>
      <p:ext uri="{BB962C8B-B14F-4D97-AF65-F5344CB8AC3E}">
        <p14:creationId xmlns:p14="http://schemas.microsoft.com/office/powerpoint/2010/main" val="1619132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sp>
        <p:nvSpPr>
          <p:cNvPr id="1121" name="Google Shape;1121;p143"/>
          <p:cNvSpPr txBox="1">
            <a:spLocks noGrp="1"/>
          </p:cNvSpPr>
          <p:nvPr>
            <p:ph type="title"/>
          </p:nvPr>
        </p:nvSpPr>
        <p:spPr>
          <a:xfrm>
            <a:off x="471500" y="198767"/>
            <a:ext cx="11200800" cy="8656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a:t>Data Types and Geospatial Processing Functions</a:t>
            </a:r>
            <a:endParaRPr/>
          </a:p>
        </p:txBody>
      </p:sp>
      <p:sp>
        <p:nvSpPr>
          <p:cNvPr id="1122" name="Google Shape;1122;p143"/>
          <p:cNvSpPr txBox="1">
            <a:spLocks noGrp="1"/>
          </p:cNvSpPr>
          <p:nvPr>
            <p:ph type="body" idx="1"/>
          </p:nvPr>
        </p:nvSpPr>
        <p:spPr>
          <a:xfrm>
            <a:off x="1140100" y="953967"/>
            <a:ext cx="10587600" cy="4498000"/>
          </a:xfrm>
          <a:prstGeom prst="rect">
            <a:avLst/>
          </a:prstGeom>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Image</a:t>
            </a:r>
            <a:r>
              <a:rPr lang="en" b="1">
                <a:solidFill>
                  <a:srgbClr val="333336"/>
                </a:solidFill>
              </a:rPr>
              <a:t> </a:t>
            </a:r>
            <a:r>
              <a:rPr lang="en">
                <a:solidFill>
                  <a:srgbClr val="333336"/>
                </a:solidFill>
              </a:rPr>
              <a:t> - band math, clip, convolution, neighborhood, selection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Image Collection</a:t>
            </a:r>
            <a:r>
              <a:rPr lang="en">
                <a:solidFill>
                  <a:srgbClr val="333336"/>
                </a:solidFill>
              </a:rPr>
              <a:t> - map, aggregate, filter, mosaic, sort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Feature</a:t>
            </a:r>
            <a:r>
              <a:rPr lang="en" b="1">
                <a:solidFill>
                  <a:srgbClr val="333336"/>
                </a:solidFill>
              </a:rPr>
              <a:t> </a:t>
            </a:r>
            <a:r>
              <a:rPr lang="en">
                <a:solidFill>
                  <a:srgbClr val="333336"/>
                </a:solidFill>
              </a:rPr>
              <a:t>- buffer, centroid, intersection, union, transform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Feature Collection</a:t>
            </a:r>
            <a:r>
              <a:rPr lang="en">
                <a:solidFill>
                  <a:srgbClr val="333336"/>
                </a:solidFill>
              </a:rPr>
              <a:t> - aggregate, filter, flatten, merge, sort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Filter</a:t>
            </a:r>
            <a:r>
              <a:rPr lang="en">
                <a:solidFill>
                  <a:srgbClr val="333336"/>
                </a:solidFill>
              </a:rPr>
              <a:t> - by bounds, within distance, date, day-of-year, metadata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Reducer</a:t>
            </a:r>
            <a:r>
              <a:rPr lang="en">
                <a:solidFill>
                  <a:srgbClr val="333336"/>
                </a:solidFill>
              </a:rPr>
              <a:t> - mean, linearRegression, percentile, histogram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Join</a:t>
            </a:r>
            <a:r>
              <a:rPr lang="en">
                <a:solidFill>
                  <a:srgbClr val="333336"/>
                </a:solidFill>
              </a:rPr>
              <a:t> - simple, inner, outer, inverted ...</a:t>
            </a:r>
            <a:endParaRPr>
              <a:solidFill>
                <a:srgbClr val="333336"/>
              </a:solidFill>
            </a:endParaRPr>
          </a:p>
          <a:p>
            <a:pPr marL="609585" lvl="0" indent="-380990" algn="l" rtl="0">
              <a:lnSpc>
                <a:spcPct val="125000"/>
              </a:lnSpc>
              <a:spcBef>
                <a:spcPts val="0"/>
              </a:spcBef>
              <a:spcAft>
                <a:spcPts val="0"/>
              </a:spcAft>
              <a:buClr>
                <a:srgbClr val="0000FF"/>
              </a:buClr>
              <a:buSzPts val="900"/>
              <a:buFont typeface="Open Sans"/>
              <a:buChar char="●"/>
            </a:pPr>
            <a:r>
              <a:rPr lang="en" b="1">
                <a:solidFill>
                  <a:srgbClr val="0000FF"/>
                </a:solidFill>
              </a:rPr>
              <a:t>Kernel</a:t>
            </a:r>
            <a:r>
              <a:rPr lang="en">
                <a:solidFill>
                  <a:srgbClr val="333336"/>
                </a:solidFill>
              </a:rPr>
              <a:t> - square, circle, gaussian, sobel, kirsch …</a:t>
            </a:r>
            <a:endParaRPr>
              <a:solidFill>
                <a:srgbClr val="333336"/>
              </a:solidFill>
            </a:endParaRPr>
          </a:p>
          <a:p>
            <a:pPr marL="609585" lvl="0" indent="-380990" algn="l" rtl="0">
              <a:lnSpc>
                <a:spcPct val="125000"/>
              </a:lnSpc>
              <a:spcBef>
                <a:spcPts val="0"/>
              </a:spcBef>
              <a:spcAft>
                <a:spcPts val="0"/>
              </a:spcAft>
              <a:buClr>
                <a:srgbClr val="0000FF"/>
              </a:buClr>
              <a:buSzPts val="900"/>
              <a:buFont typeface="Arial"/>
              <a:buChar char="●"/>
            </a:pPr>
            <a:r>
              <a:rPr lang="en" b="1">
                <a:solidFill>
                  <a:srgbClr val="0000FF"/>
                </a:solidFill>
              </a:rPr>
              <a:t>Machine Learning - </a:t>
            </a:r>
            <a:r>
              <a:rPr lang="en">
                <a:solidFill>
                  <a:srgbClr val="333336"/>
                </a:solidFill>
              </a:rPr>
              <a:t>CART, random forests, bayes, SVM, kmeans, cobweb …</a:t>
            </a:r>
            <a:endParaRPr>
              <a:solidFill>
                <a:srgbClr val="000000"/>
              </a:solidFill>
            </a:endParaRPr>
          </a:p>
          <a:p>
            <a:pPr marL="609585" lvl="0" indent="-380990" algn="l" rtl="0">
              <a:lnSpc>
                <a:spcPct val="200000"/>
              </a:lnSpc>
              <a:spcBef>
                <a:spcPts val="0"/>
              </a:spcBef>
              <a:spcAft>
                <a:spcPts val="0"/>
              </a:spcAft>
              <a:buClr>
                <a:srgbClr val="0000FF"/>
              </a:buClr>
              <a:buSzPts val="900"/>
              <a:buFont typeface="Open Sans"/>
              <a:buChar char="●"/>
            </a:pPr>
            <a:r>
              <a:rPr lang="en" b="1">
                <a:solidFill>
                  <a:srgbClr val="0000FF"/>
                </a:solidFill>
              </a:rPr>
              <a:t>Projection</a:t>
            </a:r>
            <a:r>
              <a:rPr lang="en">
                <a:solidFill>
                  <a:srgbClr val="333336"/>
                </a:solidFill>
              </a:rPr>
              <a:t> - transform, translate, scale …</a:t>
            </a:r>
            <a:endParaRPr>
              <a:solidFill>
                <a:srgbClr val="333336"/>
              </a:solidFill>
            </a:endParaRPr>
          </a:p>
          <a:p>
            <a:pPr marL="609585" lvl="0" indent="0" algn="l" rtl="0">
              <a:lnSpc>
                <a:spcPct val="200000"/>
              </a:lnSpc>
              <a:spcBef>
                <a:spcPts val="0"/>
              </a:spcBef>
              <a:spcAft>
                <a:spcPts val="0"/>
              </a:spcAft>
              <a:buNone/>
            </a:pPr>
            <a:r>
              <a:rPr lang="en">
                <a:solidFill>
                  <a:srgbClr val="333336"/>
                </a:solidFill>
              </a:rPr>
              <a:t>over 1000 data types and operators,  and growing!</a:t>
            </a:r>
            <a:endParaRPr/>
          </a:p>
        </p:txBody>
      </p:sp>
    </p:spTree>
    <p:extLst>
      <p:ext uri="{BB962C8B-B14F-4D97-AF65-F5344CB8AC3E}">
        <p14:creationId xmlns:p14="http://schemas.microsoft.com/office/powerpoint/2010/main" val="1659326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sp>
        <p:nvSpPr>
          <p:cNvPr id="1127" name="Google Shape;1127;p144"/>
          <p:cNvSpPr txBox="1">
            <a:spLocks noGrp="1"/>
          </p:cNvSpPr>
          <p:nvPr>
            <p:ph type="title" idx="4294967295"/>
          </p:nvPr>
        </p:nvSpPr>
        <p:spPr>
          <a:xfrm>
            <a:off x="0" y="0"/>
            <a:ext cx="12192000" cy="1143200"/>
          </a:xfrm>
          <a:prstGeom prst="rect">
            <a:avLst/>
          </a:prstGeom>
          <a:noFill/>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4000">
                <a:solidFill>
                  <a:srgbClr val="000000"/>
                </a:solidFill>
              </a:rPr>
              <a:t>Global composites with a few lines of code</a:t>
            </a:r>
            <a:endParaRPr sz="4000">
              <a:solidFill>
                <a:srgbClr val="000000"/>
              </a:solidFill>
            </a:endParaRPr>
          </a:p>
        </p:txBody>
      </p:sp>
      <p:sp>
        <p:nvSpPr>
          <p:cNvPr id="1128" name="Google Shape;1128;p144"/>
          <p:cNvSpPr txBox="1"/>
          <p:nvPr/>
        </p:nvSpPr>
        <p:spPr>
          <a:xfrm>
            <a:off x="1402200" y="1612633"/>
            <a:ext cx="9903200" cy="39524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2400">
                <a:solidFill>
                  <a:schemeClr val="dk1"/>
                </a:solidFill>
                <a:latin typeface="Consolas"/>
                <a:ea typeface="Consolas"/>
                <a:cs typeface="Consolas"/>
                <a:sym typeface="Consolas"/>
              </a:rPr>
              <a:t>var composite = </a:t>
            </a:r>
            <a:r>
              <a:rPr lang="en" sz="2400" b="1">
                <a:solidFill>
                  <a:schemeClr val="dk1"/>
                </a:solidFill>
                <a:latin typeface="Consolas"/>
                <a:ea typeface="Consolas"/>
                <a:cs typeface="Consolas"/>
                <a:sym typeface="Consolas"/>
              </a:rPr>
              <a:t>ee.Algorithms.Landsat.simpleComposite</a:t>
            </a:r>
            <a:r>
              <a:rPr lang="en" sz="2400">
                <a:solidFill>
                  <a:schemeClr val="dk1"/>
                </a:solidFill>
                <a:latin typeface="Consolas"/>
                <a:ea typeface="Consolas"/>
                <a:cs typeface="Consolas"/>
                <a:sym typeface="Consolas"/>
              </a:rPr>
              <a:t>({</a:t>
            </a:r>
            <a:endParaRPr sz="2400">
              <a:solidFill>
                <a:schemeClr val="dk1"/>
              </a:solidFill>
              <a:latin typeface="Consolas"/>
              <a:ea typeface="Consolas"/>
              <a:cs typeface="Consolas"/>
              <a:sym typeface="Consolas"/>
            </a:endParaRPr>
          </a:p>
          <a:p>
            <a:pPr marL="0" lvl="0" indent="0" algn="l" rtl="0">
              <a:spcBef>
                <a:spcPts val="0"/>
              </a:spcBef>
              <a:spcAft>
                <a:spcPts val="0"/>
              </a:spcAft>
              <a:buNone/>
            </a:pPr>
            <a:r>
              <a:rPr lang="en" sz="2400">
                <a:solidFill>
                  <a:schemeClr val="dk1"/>
                </a:solidFill>
                <a:latin typeface="Consolas"/>
                <a:ea typeface="Consolas"/>
                <a:cs typeface="Consolas"/>
                <a:sym typeface="Consolas"/>
              </a:rPr>
              <a:t>  collection: ee.ImageCollection('LANDSAT/LC08/C01/T1'), </a:t>
            </a:r>
            <a:endParaRPr sz="2400">
              <a:solidFill>
                <a:schemeClr val="dk1"/>
              </a:solidFill>
              <a:latin typeface="Consolas"/>
              <a:ea typeface="Consolas"/>
              <a:cs typeface="Consolas"/>
              <a:sym typeface="Consolas"/>
            </a:endParaRPr>
          </a:p>
          <a:p>
            <a:pPr marL="0" lvl="0" indent="0" algn="l" rtl="0">
              <a:spcBef>
                <a:spcPts val="0"/>
              </a:spcBef>
              <a:spcAft>
                <a:spcPts val="0"/>
              </a:spcAft>
              <a:buNone/>
            </a:pPr>
            <a:r>
              <a:rPr lang="en" sz="2400">
                <a:solidFill>
                  <a:schemeClr val="dk1"/>
                </a:solidFill>
                <a:latin typeface="Consolas"/>
                <a:ea typeface="Consolas"/>
                <a:cs typeface="Consolas"/>
                <a:sym typeface="Consolas"/>
              </a:rPr>
              <a:t>  asFloat: true</a:t>
            </a:r>
            <a:endParaRPr sz="2400">
              <a:solidFill>
                <a:schemeClr val="dk1"/>
              </a:solidFill>
              <a:latin typeface="Consolas"/>
              <a:ea typeface="Consolas"/>
              <a:cs typeface="Consolas"/>
              <a:sym typeface="Consolas"/>
            </a:endParaRPr>
          </a:p>
          <a:p>
            <a:pPr marL="0" lvl="0" indent="0" algn="l" rtl="0">
              <a:spcBef>
                <a:spcPts val="0"/>
              </a:spcBef>
              <a:spcAft>
                <a:spcPts val="0"/>
              </a:spcAft>
              <a:buNone/>
            </a:pPr>
            <a:r>
              <a:rPr lang="en" sz="2400">
                <a:solidFill>
                  <a:schemeClr val="dk1"/>
                </a:solidFill>
                <a:latin typeface="Consolas"/>
                <a:ea typeface="Consolas"/>
                <a:cs typeface="Consolas"/>
                <a:sym typeface="Consolas"/>
              </a:rPr>
              <a:t>});</a:t>
            </a:r>
            <a:endParaRPr sz="2400">
              <a:solidFill>
                <a:schemeClr val="dk1"/>
              </a:solidFill>
              <a:latin typeface="Consolas"/>
              <a:ea typeface="Consolas"/>
              <a:cs typeface="Consolas"/>
              <a:sym typeface="Consolas"/>
            </a:endParaRPr>
          </a:p>
          <a:p>
            <a:pPr marL="0" lvl="0" indent="0" algn="l" rtl="0">
              <a:spcBef>
                <a:spcPts val="0"/>
              </a:spcBef>
              <a:spcAft>
                <a:spcPts val="0"/>
              </a:spcAft>
              <a:buNone/>
            </a:pPr>
            <a:endParaRPr sz="2400">
              <a:solidFill>
                <a:schemeClr val="dk1"/>
              </a:solidFill>
              <a:latin typeface="Consolas"/>
              <a:ea typeface="Consolas"/>
              <a:cs typeface="Consolas"/>
              <a:sym typeface="Consolas"/>
            </a:endParaRPr>
          </a:p>
          <a:p>
            <a:pPr marL="0" lvl="0" indent="0" algn="l" rtl="0">
              <a:spcBef>
                <a:spcPts val="0"/>
              </a:spcBef>
              <a:spcAft>
                <a:spcPts val="0"/>
              </a:spcAft>
              <a:buNone/>
            </a:pPr>
            <a:r>
              <a:rPr lang="en" sz="2400" b="1">
                <a:solidFill>
                  <a:schemeClr val="dk1"/>
                </a:solidFill>
                <a:latin typeface="Consolas"/>
                <a:ea typeface="Consolas"/>
                <a:cs typeface="Consolas"/>
                <a:sym typeface="Consolas"/>
              </a:rPr>
              <a:t>Map.addLayer</a:t>
            </a:r>
            <a:r>
              <a:rPr lang="en" sz="2400">
                <a:solidFill>
                  <a:schemeClr val="dk1"/>
                </a:solidFill>
                <a:latin typeface="Consolas"/>
                <a:ea typeface="Consolas"/>
                <a:cs typeface="Consolas"/>
                <a:sym typeface="Consolas"/>
              </a:rPr>
              <a:t>(composite, </a:t>
            </a:r>
            <a:endParaRPr sz="2400">
              <a:solidFill>
                <a:schemeClr val="dk1"/>
              </a:solidFill>
              <a:latin typeface="Consolas"/>
              <a:ea typeface="Consolas"/>
              <a:cs typeface="Consolas"/>
              <a:sym typeface="Consolas"/>
            </a:endParaRPr>
          </a:p>
          <a:p>
            <a:pPr marL="1219170" lvl="0" indent="609585" algn="l" rtl="0">
              <a:spcBef>
                <a:spcPts val="0"/>
              </a:spcBef>
              <a:spcAft>
                <a:spcPts val="0"/>
              </a:spcAft>
              <a:buNone/>
            </a:pPr>
            <a:r>
              <a:rPr lang="en" sz="2400">
                <a:solidFill>
                  <a:schemeClr val="dk1"/>
                </a:solidFill>
                <a:latin typeface="Consolas"/>
                <a:ea typeface="Consolas"/>
                <a:cs typeface="Consolas"/>
                <a:sym typeface="Consolas"/>
              </a:rPr>
              <a:t> {bands: ['B4', 'B3', 'B2'], max: 0.3}, </a:t>
            </a:r>
            <a:endParaRPr sz="2400">
              <a:solidFill>
                <a:schemeClr val="dk1"/>
              </a:solidFill>
              <a:latin typeface="Consolas"/>
              <a:ea typeface="Consolas"/>
              <a:cs typeface="Consolas"/>
              <a:sym typeface="Consolas"/>
            </a:endParaRPr>
          </a:p>
          <a:p>
            <a:pPr marL="1828754" lvl="0" indent="0" algn="l" rtl="0">
              <a:spcBef>
                <a:spcPts val="0"/>
              </a:spcBef>
              <a:spcAft>
                <a:spcPts val="0"/>
              </a:spcAft>
              <a:buNone/>
            </a:pPr>
            <a:r>
              <a:rPr lang="en" sz="2400">
                <a:solidFill>
                  <a:schemeClr val="dk1"/>
                </a:solidFill>
                <a:latin typeface="Consolas"/>
                <a:ea typeface="Consolas"/>
                <a:cs typeface="Consolas"/>
                <a:sym typeface="Consolas"/>
              </a:rPr>
              <a:t> 'composite');</a:t>
            </a:r>
            <a:endParaRPr sz="2400">
              <a:solidFill>
                <a:schemeClr val="dk1"/>
              </a:solidFill>
              <a:latin typeface="Consolas"/>
              <a:ea typeface="Consolas"/>
              <a:cs typeface="Consolas"/>
              <a:sym typeface="Consolas"/>
            </a:endParaRPr>
          </a:p>
        </p:txBody>
      </p:sp>
      <p:sp>
        <p:nvSpPr>
          <p:cNvPr id="1129" name="Google Shape;1129;p144"/>
          <p:cNvSpPr txBox="1"/>
          <p:nvPr/>
        </p:nvSpPr>
        <p:spPr>
          <a:xfrm>
            <a:off x="2684500" y="6408400"/>
            <a:ext cx="6063600" cy="4496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333" u="sng" dirty="0">
                <a:solidFill>
                  <a:schemeClr val="hlink"/>
                </a:solidFill>
                <a:hlinkClick r:id="rId3"/>
              </a:rPr>
              <a:t>https://code.earthengine.google.com/05d2e23206b329dfe696e5ba8e232c3f</a:t>
            </a:r>
            <a:r>
              <a:rPr lang="en" sz="1333" dirty="0"/>
              <a:t> </a:t>
            </a:r>
            <a:endParaRPr sz="1333" dirty="0"/>
          </a:p>
        </p:txBody>
      </p:sp>
    </p:spTree>
    <p:extLst>
      <p:ext uri="{BB962C8B-B14F-4D97-AF65-F5344CB8AC3E}">
        <p14:creationId xmlns:p14="http://schemas.microsoft.com/office/powerpoint/2010/main" val="2771054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12"/>
        <p:cNvGrpSpPr/>
        <p:nvPr/>
      </p:nvGrpSpPr>
      <p:grpSpPr>
        <a:xfrm>
          <a:off x="0" y="0"/>
          <a:ext cx="0" cy="0"/>
          <a:chOff x="0" y="0"/>
          <a:chExt cx="0" cy="0"/>
        </a:xfrm>
      </p:grpSpPr>
      <p:pic>
        <p:nvPicPr>
          <p:cNvPr id="1213" name="Google Shape;1213;p148"/>
          <p:cNvPicPr preferRelativeResize="0"/>
          <p:nvPr/>
        </p:nvPicPr>
        <p:blipFill>
          <a:blip r:embed="rId3">
            <a:alphaModFix/>
          </a:blip>
          <a:stretch>
            <a:fillRect/>
          </a:stretch>
        </p:blipFill>
        <p:spPr>
          <a:xfrm>
            <a:off x="203200" y="203201"/>
            <a:ext cx="11785603" cy="3505148"/>
          </a:xfrm>
          <a:prstGeom prst="rect">
            <a:avLst/>
          </a:prstGeom>
          <a:noFill/>
          <a:ln>
            <a:noFill/>
          </a:ln>
        </p:spPr>
      </p:pic>
      <p:sp>
        <p:nvSpPr>
          <p:cNvPr id="1214" name="Google Shape;1214;p148"/>
          <p:cNvSpPr txBox="1"/>
          <p:nvPr/>
        </p:nvSpPr>
        <p:spPr>
          <a:xfrm>
            <a:off x="115433" y="3639767"/>
            <a:ext cx="6920800" cy="3596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 sz="1467" u="sng">
                <a:solidFill>
                  <a:schemeClr val="hlink"/>
                </a:solidFill>
                <a:hlinkClick r:id="rId4"/>
              </a:rPr>
              <a:t>https://www.sciencedirect.com/science/article/pii/S0034425717302900</a:t>
            </a:r>
            <a:r>
              <a:rPr lang="en" sz="1467"/>
              <a:t> </a:t>
            </a:r>
            <a:endParaRPr sz="1467"/>
          </a:p>
        </p:txBody>
      </p:sp>
      <p:pic>
        <p:nvPicPr>
          <p:cNvPr id="1215" name="Google Shape;1215;p148"/>
          <p:cNvPicPr preferRelativeResize="0"/>
          <p:nvPr/>
        </p:nvPicPr>
        <p:blipFill>
          <a:blip r:embed="rId5">
            <a:alphaModFix/>
          </a:blip>
          <a:stretch>
            <a:fillRect/>
          </a:stretch>
        </p:blipFill>
        <p:spPr>
          <a:xfrm>
            <a:off x="7124001" y="4179502"/>
            <a:ext cx="4864801" cy="2519565"/>
          </a:xfrm>
          <a:prstGeom prst="rect">
            <a:avLst/>
          </a:prstGeom>
          <a:noFill/>
          <a:ln>
            <a:noFill/>
          </a:ln>
        </p:spPr>
      </p:pic>
      <p:pic>
        <p:nvPicPr>
          <p:cNvPr id="1216" name="Google Shape;1216;p148"/>
          <p:cNvPicPr preferRelativeResize="0"/>
          <p:nvPr/>
        </p:nvPicPr>
        <p:blipFill>
          <a:blip r:embed="rId6">
            <a:alphaModFix/>
          </a:blip>
          <a:stretch>
            <a:fillRect/>
          </a:stretch>
        </p:blipFill>
        <p:spPr>
          <a:xfrm>
            <a:off x="366201" y="5102734"/>
            <a:ext cx="4965700" cy="673100"/>
          </a:xfrm>
          <a:prstGeom prst="rect">
            <a:avLst/>
          </a:prstGeom>
          <a:noFill/>
          <a:ln>
            <a:noFill/>
          </a:ln>
        </p:spPr>
      </p:pic>
      <p:cxnSp>
        <p:nvCxnSpPr>
          <p:cNvPr id="1217" name="Google Shape;1217;p148"/>
          <p:cNvCxnSpPr/>
          <p:nvPr/>
        </p:nvCxnSpPr>
        <p:spPr>
          <a:xfrm>
            <a:off x="5644951" y="5378567"/>
            <a:ext cx="1166000" cy="12400"/>
          </a:xfrm>
          <a:prstGeom prst="straightConnector1">
            <a:avLst/>
          </a:prstGeom>
          <a:noFill/>
          <a:ln w="76200" cap="flat" cmpd="sng">
            <a:solidFill>
              <a:srgbClr val="FF0000"/>
            </a:solidFill>
            <a:prstDash val="solid"/>
            <a:round/>
            <a:headEnd type="none" w="med" len="med"/>
            <a:tailEnd type="triangle" w="med" len="med"/>
          </a:ln>
        </p:spPr>
      </p:cxnSp>
    </p:spTree>
    <p:extLst>
      <p:ext uri="{BB962C8B-B14F-4D97-AF65-F5344CB8AC3E}">
        <p14:creationId xmlns:p14="http://schemas.microsoft.com/office/powerpoint/2010/main" val="2928613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97280" y="0"/>
            <a:ext cx="10058400" cy="996043"/>
          </a:xfrm>
        </p:spPr>
        <p:txBody>
          <a:bodyPr/>
          <a:lstStyle/>
          <a:p>
            <a:r>
              <a:rPr lang="en-US" dirty="0">
                <a:latin typeface="Comic Sans MS" panose="030F0702030302020204" pitchFamily="66" charset="0"/>
              </a:rPr>
              <a:t>Data Catalog</a:t>
            </a:r>
          </a:p>
        </p:txBody>
      </p:sp>
      <p:sp>
        <p:nvSpPr>
          <p:cNvPr id="4" name="Content Placeholder 3"/>
          <p:cNvSpPr>
            <a:spLocks noGrp="1"/>
          </p:cNvSpPr>
          <p:nvPr>
            <p:ph idx="1"/>
          </p:nvPr>
        </p:nvSpPr>
        <p:spPr/>
        <p:txBody>
          <a:bodyPr>
            <a:normAutofit/>
          </a:bodyPr>
          <a:lstStyle/>
          <a:p>
            <a:endParaRPr lang="en-US" sz="3200" dirty="0"/>
          </a:p>
        </p:txBody>
      </p:sp>
      <p:sp>
        <p:nvSpPr>
          <p:cNvPr id="2" name="Slide Number Placeholder 1"/>
          <p:cNvSpPr>
            <a:spLocks noGrp="1"/>
          </p:cNvSpPr>
          <p:nvPr>
            <p:ph type="sldNum" sz="quarter" idx="12"/>
          </p:nvPr>
        </p:nvSpPr>
        <p:spPr/>
        <p:txBody>
          <a:bodyPr/>
          <a:lstStyle/>
          <a:p>
            <a:fld id="{5B412F84-AA69-4185-A895-1AC6C3BCB519}" type="slidenum">
              <a:rPr lang="en-US" smtClean="0"/>
              <a:t>26</a:t>
            </a:fld>
            <a:endParaRPr lang="en-US"/>
          </a:p>
        </p:txBody>
      </p:sp>
      <p:pic>
        <p:nvPicPr>
          <p:cNvPr id="5" name="Picture 4"/>
          <p:cNvPicPr>
            <a:picLocks noChangeAspect="1"/>
          </p:cNvPicPr>
          <p:nvPr/>
        </p:nvPicPr>
        <p:blipFill>
          <a:blip r:embed="rId2"/>
          <a:stretch>
            <a:fillRect/>
          </a:stretch>
        </p:blipFill>
        <p:spPr>
          <a:xfrm>
            <a:off x="1244237" y="1158338"/>
            <a:ext cx="9140734" cy="5139153"/>
          </a:xfrm>
          <a:prstGeom prst="rect">
            <a:avLst/>
          </a:prstGeom>
        </p:spPr>
      </p:pic>
      <p:sp>
        <p:nvSpPr>
          <p:cNvPr id="6" name="Rounded Rectangle 5"/>
          <p:cNvSpPr/>
          <p:nvPr/>
        </p:nvSpPr>
        <p:spPr>
          <a:xfrm>
            <a:off x="6386649" y="2117280"/>
            <a:ext cx="1796142"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2599509" y="1845734"/>
            <a:ext cx="1796142" cy="33201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V="1">
            <a:off x="7284720" y="2563586"/>
            <a:ext cx="0" cy="10287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420287" y="2177132"/>
            <a:ext cx="0" cy="10287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727371" y="3592286"/>
            <a:ext cx="1175658" cy="369332"/>
          </a:xfrm>
          <a:prstGeom prst="rect">
            <a:avLst/>
          </a:prstGeom>
          <a:noFill/>
        </p:spPr>
        <p:txBody>
          <a:bodyPr wrap="square" rtlCol="0">
            <a:spAutoFit/>
          </a:bodyPr>
          <a:lstStyle/>
          <a:p>
            <a:pPr algn="ctr"/>
            <a:r>
              <a:rPr lang="en-US" b="1" dirty="0">
                <a:solidFill>
                  <a:srgbClr val="FF0000"/>
                </a:solidFill>
              </a:rPr>
              <a:t>View</a:t>
            </a:r>
          </a:p>
        </p:txBody>
      </p:sp>
      <p:sp>
        <p:nvSpPr>
          <p:cNvPr id="12" name="TextBox 11"/>
          <p:cNvSpPr txBox="1"/>
          <p:nvPr/>
        </p:nvSpPr>
        <p:spPr>
          <a:xfrm>
            <a:off x="2797626" y="3189504"/>
            <a:ext cx="1175658" cy="646331"/>
          </a:xfrm>
          <a:prstGeom prst="rect">
            <a:avLst/>
          </a:prstGeom>
          <a:noFill/>
        </p:spPr>
        <p:txBody>
          <a:bodyPr wrap="square" rtlCol="0">
            <a:spAutoFit/>
          </a:bodyPr>
          <a:lstStyle/>
          <a:p>
            <a:pPr algn="ctr"/>
            <a:r>
              <a:rPr lang="en-US" b="1" dirty="0">
                <a:solidFill>
                  <a:srgbClr val="FF0000"/>
                </a:solidFill>
              </a:rPr>
              <a:t>Or Search Keywords</a:t>
            </a:r>
          </a:p>
        </p:txBody>
      </p:sp>
    </p:spTree>
    <p:extLst>
      <p:ext uri="{BB962C8B-B14F-4D97-AF65-F5344CB8AC3E}">
        <p14:creationId xmlns:p14="http://schemas.microsoft.com/office/powerpoint/2010/main" val="1885197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16" presetClass="entr" presetSubtype="21"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par>
                          <p:cTn id="23" fill="hold">
                            <p:stCondLst>
                              <p:cond delay="500"/>
                            </p:stCondLst>
                            <p:childTnLst>
                              <p:par>
                                <p:cTn id="24" presetID="42" presetClass="entr" presetSubtype="0"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par>
                          <p:cTn id="29" fill="hold">
                            <p:stCondLst>
                              <p:cond delay="1500"/>
                            </p:stCondLst>
                            <p:childTnLst>
                              <p:par>
                                <p:cTn id="30" presetID="16" presetClass="entr" presetSubtype="21"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Comic Sans MS" panose="030F0702030302020204" pitchFamily="66" charset="0"/>
              </a:rPr>
              <a:t>Data catalog </a:t>
            </a:r>
            <a:r>
              <a:rPr lang="en-US" sz="3600" dirty="0"/>
              <a:t>contains a description of the available datasets by theme</a:t>
            </a:r>
          </a:p>
        </p:txBody>
      </p:sp>
      <p:sp>
        <p:nvSpPr>
          <p:cNvPr id="3" name="Content Placeholder 2"/>
          <p:cNvSpPr>
            <a:spLocks noGrp="1"/>
          </p:cNvSpPr>
          <p:nvPr>
            <p:ph idx="1"/>
          </p:nvPr>
        </p:nvSpPr>
        <p:spPr>
          <a:xfrm>
            <a:off x="498070" y="1813762"/>
            <a:ext cx="7943801" cy="2709252"/>
          </a:xfrm>
        </p:spPr>
        <p:txBody>
          <a:bodyPr>
            <a:normAutofit/>
          </a:bodyPr>
          <a:lstStyle/>
          <a:p>
            <a:r>
              <a:rPr lang="en-US" sz="2400" dirty="0">
                <a:hlinkClick r:id="rId2"/>
              </a:rPr>
              <a:t>https://developers.google.com/earth-engine/datasets/</a:t>
            </a:r>
            <a:r>
              <a:rPr lang="en-US" sz="2400" dirty="0"/>
              <a:t> </a:t>
            </a:r>
            <a:br>
              <a:rPr lang="en-US" sz="2400" dirty="0"/>
            </a:br>
            <a:endParaRPr lang="en-US" sz="2400" dirty="0"/>
          </a:p>
          <a:p>
            <a:r>
              <a:rPr lang="en-US" sz="3200" dirty="0"/>
              <a:t>Search or directly select data from the catalog to import</a:t>
            </a:r>
          </a:p>
        </p:txBody>
      </p:sp>
      <p:sp>
        <p:nvSpPr>
          <p:cNvPr id="4" name="Slide Number Placeholder 3"/>
          <p:cNvSpPr>
            <a:spLocks noGrp="1"/>
          </p:cNvSpPr>
          <p:nvPr>
            <p:ph type="sldNum" sz="quarter" idx="12"/>
          </p:nvPr>
        </p:nvSpPr>
        <p:spPr/>
        <p:txBody>
          <a:bodyPr/>
          <a:lstStyle/>
          <a:p>
            <a:fld id="{5B412F84-AA69-4185-A895-1AC6C3BCB519}" type="slidenum">
              <a:rPr lang="en-US" smtClean="0"/>
              <a:t>27</a:t>
            </a:fld>
            <a:endParaRPr lang="en-US"/>
          </a:p>
        </p:txBody>
      </p:sp>
      <p:pic>
        <p:nvPicPr>
          <p:cNvPr id="5" name="Picture 4"/>
          <p:cNvPicPr>
            <a:picLocks noChangeAspect="1"/>
          </p:cNvPicPr>
          <p:nvPr/>
        </p:nvPicPr>
        <p:blipFill>
          <a:blip r:embed="rId3"/>
          <a:stretch>
            <a:fillRect/>
          </a:stretch>
        </p:blipFill>
        <p:spPr>
          <a:xfrm>
            <a:off x="8277225" y="1382486"/>
            <a:ext cx="3914775" cy="4876800"/>
          </a:xfrm>
          <a:prstGeom prst="rect">
            <a:avLst/>
          </a:prstGeom>
        </p:spPr>
      </p:pic>
    </p:spTree>
    <p:extLst>
      <p:ext uri="{BB962C8B-B14F-4D97-AF65-F5344CB8AC3E}">
        <p14:creationId xmlns:p14="http://schemas.microsoft.com/office/powerpoint/2010/main" val="372230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703645"/>
          </a:xfrm>
        </p:spPr>
        <p:txBody>
          <a:bodyPr>
            <a:normAutofit fontScale="90000"/>
          </a:bodyPr>
          <a:lstStyle/>
          <a:p>
            <a:r>
              <a:rPr lang="en-US" dirty="0">
                <a:latin typeface="Comic Sans MS" panose="030F0702030302020204" pitchFamily="66" charset="0"/>
              </a:rPr>
              <a:t>Search Data - Elevation</a:t>
            </a:r>
          </a:p>
        </p:txBody>
      </p:sp>
      <p:sp>
        <p:nvSpPr>
          <p:cNvPr id="3" name="Content Placeholder 2"/>
          <p:cNvSpPr>
            <a:spLocks noGrp="1"/>
          </p:cNvSpPr>
          <p:nvPr>
            <p:ph idx="1"/>
          </p:nvPr>
        </p:nvSpPr>
        <p:spPr>
          <a:xfrm>
            <a:off x="1097280" y="1845734"/>
            <a:ext cx="4586424" cy="4023360"/>
          </a:xfrm>
        </p:spPr>
        <p:txBody>
          <a:bodyPr>
            <a:normAutofit/>
          </a:bodyPr>
          <a:lstStyle/>
          <a:p>
            <a:r>
              <a:rPr lang="en-US" sz="3200" dirty="0"/>
              <a:t>Write key words in search window.</a:t>
            </a:r>
          </a:p>
          <a:p>
            <a:endParaRPr lang="en-US" sz="3200" dirty="0"/>
          </a:p>
        </p:txBody>
      </p:sp>
      <p:sp>
        <p:nvSpPr>
          <p:cNvPr id="4" name="Slide Number Placeholder 3"/>
          <p:cNvSpPr>
            <a:spLocks noGrp="1"/>
          </p:cNvSpPr>
          <p:nvPr>
            <p:ph type="sldNum" sz="quarter" idx="12"/>
          </p:nvPr>
        </p:nvSpPr>
        <p:spPr/>
        <p:txBody>
          <a:bodyPr/>
          <a:lstStyle/>
          <a:p>
            <a:fld id="{5B412F84-AA69-4185-A895-1AC6C3BCB519}" type="slidenum">
              <a:rPr lang="en-US" smtClean="0"/>
              <a:t>28</a:t>
            </a:fld>
            <a:endParaRPr lang="en-US"/>
          </a:p>
        </p:txBody>
      </p:sp>
      <p:pic>
        <p:nvPicPr>
          <p:cNvPr id="5" name="Picture 4"/>
          <p:cNvPicPr>
            <a:picLocks noChangeAspect="1"/>
          </p:cNvPicPr>
          <p:nvPr/>
        </p:nvPicPr>
        <p:blipFill>
          <a:blip r:embed="rId2"/>
          <a:stretch>
            <a:fillRect/>
          </a:stretch>
        </p:blipFill>
        <p:spPr>
          <a:xfrm>
            <a:off x="5683704" y="990248"/>
            <a:ext cx="6350453" cy="5325468"/>
          </a:xfrm>
          <a:prstGeom prst="rect">
            <a:avLst/>
          </a:prstGeom>
        </p:spPr>
      </p:pic>
      <p:cxnSp>
        <p:nvCxnSpPr>
          <p:cNvPr id="8" name="Straight Arrow Connector 7"/>
          <p:cNvCxnSpPr/>
          <p:nvPr/>
        </p:nvCxnSpPr>
        <p:spPr>
          <a:xfrm flipV="1">
            <a:off x="3804557" y="1399113"/>
            <a:ext cx="1534886" cy="44662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5832839" y="1159327"/>
            <a:ext cx="763904" cy="2071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a:stretch>
            <a:fillRect/>
          </a:stretch>
        </p:blipFill>
        <p:spPr>
          <a:xfrm>
            <a:off x="5689143" y="979358"/>
            <a:ext cx="6350453" cy="5325468"/>
          </a:xfrm>
          <a:prstGeom prst="rect">
            <a:avLst/>
          </a:prstGeom>
        </p:spPr>
      </p:pic>
      <p:sp>
        <p:nvSpPr>
          <p:cNvPr id="6" name="Rounded Rectangle 5"/>
          <p:cNvSpPr/>
          <p:nvPr/>
        </p:nvSpPr>
        <p:spPr>
          <a:xfrm>
            <a:off x="5488578" y="1047606"/>
            <a:ext cx="1796142"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6032857" y="2808513"/>
            <a:ext cx="2506985" cy="27758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4495252" y="3080656"/>
            <a:ext cx="1534886" cy="44662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620330" y="3532721"/>
            <a:ext cx="2198368" cy="461665"/>
          </a:xfrm>
          <a:prstGeom prst="rect">
            <a:avLst/>
          </a:prstGeom>
          <a:noFill/>
        </p:spPr>
        <p:txBody>
          <a:bodyPr wrap="square" rtlCol="0">
            <a:spAutoFit/>
          </a:bodyPr>
          <a:lstStyle/>
          <a:p>
            <a:pPr algn="ctr"/>
            <a:r>
              <a:rPr lang="en-US" sz="2400" dirty="0">
                <a:solidFill>
                  <a:srgbClr val="FF0000"/>
                </a:solidFill>
              </a:rPr>
              <a:t>Select data</a:t>
            </a:r>
          </a:p>
        </p:txBody>
      </p:sp>
    </p:spTree>
    <p:extLst>
      <p:ext uri="{BB962C8B-B14F-4D97-AF65-F5344CB8AC3E}">
        <p14:creationId xmlns:p14="http://schemas.microsoft.com/office/powerpoint/2010/main" val="2699181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par>
                          <p:cTn id="11" fill="hold">
                            <p:stCondLst>
                              <p:cond delay="0"/>
                            </p:stCondLst>
                            <p:childTnLst>
                              <p:par>
                                <p:cTn id="12" presetID="16" presetClass="entr" presetSubtype="21"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1250"/>
                                        <p:tgtEl>
                                          <p:spTgt spid="6"/>
                                        </p:tgtEl>
                                      </p:cBhvr>
                                    </p:animEffect>
                                  </p:childTnLst>
                                </p:cTn>
                              </p:par>
                              <p:par>
                                <p:cTn id="15" presetID="16" presetClass="entr" presetSubtype="21"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arn(inVertical)">
                                      <p:cBhvr>
                                        <p:cTn id="22" dur="1250"/>
                                        <p:tgtEl>
                                          <p:spTgt spid="13"/>
                                        </p:tgtEl>
                                      </p:cBhvr>
                                    </p:animEffect>
                                  </p:childTnLst>
                                </p:cTn>
                              </p:par>
                              <p:par>
                                <p:cTn id="23" presetID="16" presetClass="entr" presetSubtype="21"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barn(inVertical)">
                                      <p:cBhvr>
                                        <p:cTn id="25" dur="500"/>
                                        <p:tgtEl>
                                          <p:spTgt spid="14"/>
                                        </p:tgtEl>
                                      </p:cBhvr>
                                    </p:animEffect>
                                  </p:childTnLst>
                                </p:cTn>
                              </p:par>
                              <p:par>
                                <p:cTn id="26" presetID="16" presetClass="entr" presetSubtype="21"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arn(inVertical)">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B412F84-AA69-4185-A895-1AC6C3BCB519}" type="slidenum">
              <a:rPr lang="en-US" smtClean="0"/>
              <a:t>29</a:t>
            </a:fld>
            <a:endParaRPr lang="en-US"/>
          </a:p>
        </p:txBody>
      </p:sp>
      <p:pic>
        <p:nvPicPr>
          <p:cNvPr id="5" name="Picture 4"/>
          <p:cNvPicPr>
            <a:picLocks noChangeAspect="1"/>
          </p:cNvPicPr>
          <p:nvPr/>
        </p:nvPicPr>
        <p:blipFill>
          <a:blip r:embed="rId2"/>
          <a:stretch>
            <a:fillRect/>
          </a:stretch>
        </p:blipFill>
        <p:spPr>
          <a:xfrm>
            <a:off x="981075" y="261257"/>
            <a:ext cx="8636453" cy="6065295"/>
          </a:xfrm>
          <a:prstGeom prst="rect">
            <a:avLst/>
          </a:prstGeom>
        </p:spPr>
      </p:pic>
      <p:sp>
        <p:nvSpPr>
          <p:cNvPr id="6" name="Rounded Rectangle 5"/>
          <p:cNvSpPr/>
          <p:nvPr/>
        </p:nvSpPr>
        <p:spPr>
          <a:xfrm>
            <a:off x="8460378" y="5750235"/>
            <a:ext cx="1456409"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460378" y="263835"/>
            <a:ext cx="1796142"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flipH="1" flipV="1">
            <a:off x="9734500" y="710141"/>
            <a:ext cx="1124000" cy="20541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8735786" y="2694214"/>
            <a:ext cx="3004457" cy="954107"/>
          </a:xfrm>
          <a:prstGeom prst="rect">
            <a:avLst/>
          </a:prstGeom>
          <a:noFill/>
        </p:spPr>
        <p:txBody>
          <a:bodyPr wrap="square" rtlCol="0">
            <a:spAutoFit/>
          </a:bodyPr>
          <a:lstStyle/>
          <a:p>
            <a:r>
              <a:rPr lang="en-US" sz="2800" dirty="0">
                <a:solidFill>
                  <a:srgbClr val="FF0000"/>
                </a:solidFill>
              </a:rPr>
              <a:t>Or- View Dataset in Catalog Page</a:t>
            </a:r>
          </a:p>
        </p:txBody>
      </p:sp>
    </p:spTree>
    <p:extLst>
      <p:ext uri="{BB962C8B-B14F-4D97-AF65-F5344CB8AC3E}">
        <p14:creationId xmlns:p14="http://schemas.microsoft.com/office/powerpoint/2010/main" val="524289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1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1250"/>
                                        <p:tgtEl>
                                          <p:spTgt spid="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barn(inVertical)">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418106"/>
          </a:xfrm>
        </p:spPr>
        <p:txBody>
          <a:bodyPr>
            <a:normAutofit fontScale="90000"/>
          </a:bodyPr>
          <a:lstStyle/>
          <a:p>
            <a:r>
              <a:rPr lang="en-US" dirty="0">
                <a:solidFill>
                  <a:schemeClr val="accent6">
                    <a:lumMod val="60000"/>
                    <a:lumOff val="40000"/>
                  </a:schemeClr>
                </a:solidFill>
                <a:latin typeface="Comic Sans MS" panose="030F0702030302020204" pitchFamily="66" charset="0"/>
              </a:rPr>
              <a:t>View Dataset in Catalog Page</a:t>
            </a:r>
          </a:p>
        </p:txBody>
      </p:sp>
      <p:sp>
        <p:nvSpPr>
          <p:cNvPr id="4" name="Slide Number Placeholder 3"/>
          <p:cNvSpPr>
            <a:spLocks noGrp="1"/>
          </p:cNvSpPr>
          <p:nvPr>
            <p:ph type="sldNum" sz="quarter" idx="12"/>
          </p:nvPr>
        </p:nvSpPr>
        <p:spPr/>
        <p:txBody>
          <a:bodyPr/>
          <a:lstStyle/>
          <a:p>
            <a:fld id="{5B412F84-AA69-4185-A895-1AC6C3BCB519}" type="slidenum">
              <a:rPr lang="en-US" smtClean="0"/>
              <a:t>30</a:t>
            </a:fld>
            <a:endParaRPr lang="en-US"/>
          </a:p>
        </p:txBody>
      </p:sp>
      <p:pic>
        <p:nvPicPr>
          <p:cNvPr id="5" name="Picture 4"/>
          <p:cNvPicPr>
            <a:picLocks noChangeAspect="1"/>
          </p:cNvPicPr>
          <p:nvPr/>
        </p:nvPicPr>
        <p:blipFill>
          <a:blip r:embed="rId2"/>
          <a:stretch>
            <a:fillRect/>
          </a:stretch>
        </p:blipFill>
        <p:spPr>
          <a:xfrm>
            <a:off x="2756126" y="821871"/>
            <a:ext cx="6747102" cy="5779544"/>
          </a:xfrm>
          <a:prstGeom prst="rect">
            <a:avLst/>
          </a:prstGeom>
        </p:spPr>
      </p:pic>
      <p:sp>
        <p:nvSpPr>
          <p:cNvPr id="6" name="Rounded Rectangle 5"/>
          <p:cNvSpPr/>
          <p:nvPr/>
        </p:nvSpPr>
        <p:spPr>
          <a:xfrm>
            <a:off x="3104606" y="5195063"/>
            <a:ext cx="3116580" cy="84650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104606" y="6221388"/>
            <a:ext cx="1796142"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p:cNvCxnSpPr/>
          <p:nvPr/>
        </p:nvCxnSpPr>
        <p:spPr>
          <a:xfrm flipH="1">
            <a:off x="5143500" y="5005210"/>
            <a:ext cx="2024744" cy="6131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6988635" y="4727617"/>
            <a:ext cx="3396339" cy="523220"/>
          </a:xfrm>
          <a:prstGeom prst="rect">
            <a:avLst/>
          </a:prstGeom>
          <a:noFill/>
        </p:spPr>
        <p:txBody>
          <a:bodyPr wrap="square" rtlCol="0">
            <a:spAutoFit/>
          </a:bodyPr>
          <a:lstStyle/>
          <a:p>
            <a:pPr algn="ctr"/>
            <a:r>
              <a:rPr lang="en-US" sz="2800" dirty="0">
                <a:solidFill>
                  <a:srgbClr val="FF0000"/>
                </a:solidFill>
              </a:rPr>
              <a:t>(long, </a:t>
            </a:r>
            <a:r>
              <a:rPr lang="en-US" sz="2800" dirty="0" err="1">
                <a:solidFill>
                  <a:srgbClr val="FF0000"/>
                </a:solidFill>
              </a:rPr>
              <a:t>lat</a:t>
            </a:r>
            <a:r>
              <a:rPr lang="en-US" sz="2800" dirty="0">
                <a:solidFill>
                  <a:srgbClr val="FF0000"/>
                </a:solidFill>
              </a:rPr>
              <a:t>, zoom level)</a:t>
            </a:r>
          </a:p>
        </p:txBody>
      </p:sp>
    </p:spTree>
    <p:extLst>
      <p:ext uri="{BB962C8B-B14F-4D97-AF65-F5344CB8AC3E}">
        <p14:creationId xmlns:p14="http://schemas.microsoft.com/office/powerpoint/2010/main" val="212498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1250"/>
                                        <p:tgtEl>
                                          <p:spTgt spid="6"/>
                                        </p:tgtEl>
                                      </p:cBhvr>
                                    </p:animEffect>
                                  </p:childTnLst>
                                </p:cTn>
                              </p:par>
                            </p:childTnLst>
                          </p:cTn>
                        </p:par>
                        <p:par>
                          <p:cTn id="8" fill="hold">
                            <p:stCondLst>
                              <p:cond delay="1250"/>
                            </p:stCondLst>
                            <p:childTnLst>
                              <p:par>
                                <p:cTn id="9" presetID="16" presetClass="entr" presetSubtype="2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arn(inVertical)">
                                      <p:cBhvr>
                                        <p:cTn id="11" dur="125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par>
                                <p:cTn id="17" presetID="16" presetClass="entr" presetSubtype="21"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arn(inVertical)">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114300" y="1012373"/>
            <a:ext cx="12086631" cy="5094514"/>
          </a:xfrm>
          <a:prstGeom prst="rect">
            <a:avLst/>
          </a:prstGeom>
        </p:spPr>
      </p:pic>
      <p:sp>
        <p:nvSpPr>
          <p:cNvPr id="2" name="Title 1"/>
          <p:cNvSpPr>
            <a:spLocks noGrp="1"/>
          </p:cNvSpPr>
          <p:nvPr>
            <p:ph type="title"/>
          </p:nvPr>
        </p:nvSpPr>
        <p:spPr>
          <a:xfrm>
            <a:off x="408214" y="286604"/>
            <a:ext cx="10747466" cy="725768"/>
          </a:xfrm>
        </p:spPr>
        <p:txBody>
          <a:bodyPr/>
          <a:lstStyle/>
          <a:p>
            <a:r>
              <a:rPr lang="en-US" dirty="0">
                <a:latin typeface="Comic Sans MS" panose="030F0702030302020204" pitchFamily="66" charset="0"/>
              </a:rPr>
              <a:t>Open Code Editor</a:t>
            </a:r>
          </a:p>
        </p:txBody>
      </p:sp>
      <p:sp>
        <p:nvSpPr>
          <p:cNvPr id="4" name="Slide Number Placeholder 3"/>
          <p:cNvSpPr>
            <a:spLocks noGrp="1"/>
          </p:cNvSpPr>
          <p:nvPr>
            <p:ph type="sldNum" sz="quarter" idx="12"/>
          </p:nvPr>
        </p:nvSpPr>
        <p:spPr/>
        <p:txBody>
          <a:bodyPr/>
          <a:lstStyle/>
          <a:p>
            <a:fld id="{5B412F84-AA69-4185-A895-1AC6C3BCB519}" type="slidenum">
              <a:rPr lang="en-US" smtClean="0"/>
              <a:t>31</a:t>
            </a:fld>
            <a:endParaRPr lang="en-US"/>
          </a:p>
        </p:txBody>
      </p:sp>
      <p:pic>
        <p:nvPicPr>
          <p:cNvPr id="5" name="Picture 4"/>
          <p:cNvPicPr>
            <a:picLocks noChangeAspect="1"/>
          </p:cNvPicPr>
          <p:nvPr/>
        </p:nvPicPr>
        <p:blipFill rotWithShape="1">
          <a:blip r:embed="rId4"/>
          <a:srcRect b="31986"/>
          <a:stretch/>
        </p:blipFill>
        <p:spPr>
          <a:xfrm>
            <a:off x="0" y="1069182"/>
            <a:ext cx="9127671" cy="1593669"/>
          </a:xfrm>
          <a:prstGeom prst="rect">
            <a:avLst/>
          </a:prstGeom>
        </p:spPr>
      </p:pic>
      <p:sp>
        <p:nvSpPr>
          <p:cNvPr id="6" name="Rounded Rectangle 5"/>
          <p:cNvSpPr/>
          <p:nvPr/>
        </p:nvSpPr>
        <p:spPr>
          <a:xfrm>
            <a:off x="6988629" y="1419711"/>
            <a:ext cx="849086"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9630267" y="2660845"/>
            <a:ext cx="1485900" cy="63681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H="1" flipV="1">
            <a:off x="9983821" y="3266009"/>
            <a:ext cx="1124000" cy="205413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35584" y="5249792"/>
            <a:ext cx="4362995" cy="523220"/>
          </a:xfrm>
          <a:prstGeom prst="rect">
            <a:avLst/>
          </a:prstGeom>
          <a:solidFill>
            <a:srgbClr val="FFFF00"/>
          </a:solidFill>
        </p:spPr>
        <p:txBody>
          <a:bodyPr wrap="square" rtlCol="0">
            <a:spAutoFit/>
          </a:bodyPr>
          <a:lstStyle/>
          <a:p>
            <a:r>
              <a:rPr lang="en-US" sz="2800" dirty="0">
                <a:solidFill>
                  <a:srgbClr val="FF0000"/>
                </a:solidFill>
              </a:rPr>
              <a:t>Change Layer Transparency</a:t>
            </a:r>
          </a:p>
        </p:txBody>
      </p:sp>
      <p:pic>
        <p:nvPicPr>
          <p:cNvPr id="8" name="Picture 7"/>
          <p:cNvPicPr>
            <a:picLocks noChangeAspect="1"/>
          </p:cNvPicPr>
          <p:nvPr/>
        </p:nvPicPr>
        <p:blipFill rotWithShape="1">
          <a:blip r:embed="rId5"/>
          <a:srcRect t="24363" b="-7232"/>
          <a:stretch/>
        </p:blipFill>
        <p:spPr>
          <a:xfrm>
            <a:off x="114300" y="2618929"/>
            <a:ext cx="12077700" cy="4116068"/>
          </a:xfrm>
          <a:prstGeom prst="rect">
            <a:avLst/>
          </a:prstGeom>
        </p:spPr>
      </p:pic>
      <p:sp>
        <p:nvSpPr>
          <p:cNvPr id="13" name="Rounded Rectangle 12"/>
          <p:cNvSpPr/>
          <p:nvPr/>
        </p:nvSpPr>
        <p:spPr>
          <a:xfrm>
            <a:off x="9983821" y="2729790"/>
            <a:ext cx="1514758"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9339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12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childTnLst>
                                </p:cTn>
                              </p:par>
                            </p:childTnLst>
                          </p:cTn>
                        </p:par>
                        <p:par>
                          <p:cTn id="12" fill="hold">
                            <p:stCondLst>
                              <p:cond delay="0"/>
                            </p:stCondLst>
                            <p:childTnLst>
                              <p:par>
                                <p:cTn id="13" presetID="16" presetClass="entr" presetSubtype="21"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arn(inVertical)">
                                      <p:cBhvr>
                                        <p:cTn id="15" dur="1250"/>
                                        <p:tgtEl>
                                          <p:spTgt spid="9"/>
                                        </p:tgtEl>
                                      </p:cBhvr>
                                    </p:animEffect>
                                  </p:childTnLst>
                                </p:cTn>
                              </p:par>
                            </p:childTnLst>
                          </p:cTn>
                        </p:par>
                        <p:par>
                          <p:cTn id="16" fill="hold">
                            <p:stCondLst>
                              <p:cond delay="1250"/>
                            </p:stCondLst>
                            <p:childTnLst>
                              <p:par>
                                <p:cTn id="17" presetID="16" presetClass="entr" presetSubtype="21"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arn(inVertical)">
                                      <p:cBhvr>
                                        <p:cTn id="19" dur="500"/>
                                        <p:tgtEl>
                                          <p:spTgt spid="10"/>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arn(inVertical)">
                                      <p:cBhvr>
                                        <p:cTn id="27" dur="500"/>
                                        <p:tgtEl>
                                          <p:spTgt spid="8"/>
                                        </p:tgtEl>
                                      </p:cBhvr>
                                    </p:animEffect>
                                  </p:childTnLst>
                                </p:cTn>
                              </p:par>
                            </p:childTnLst>
                          </p:cTn>
                        </p:par>
                        <p:par>
                          <p:cTn id="28" fill="hold">
                            <p:stCondLst>
                              <p:cond delay="500"/>
                            </p:stCondLst>
                            <p:childTnLst>
                              <p:par>
                                <p:cTn id="29" presetID="16" presetClass="entr" presetSubtype="21"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barn(inVertical)">
                                      <p:cBhvr>
                                        <p:cTn id="31"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1" grpId="0" animBg="1"/>
      <p:bldP spid="1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B412F84-AA69-4185-A895-1AC6C3BCB519}" type="slidenum">
              <a:rPr lang="en-US" smtClean="0"/>
              <a:t>32</a:t>
            </a:fld>
            <a:endParaRPr lang="en-US"/>
          </a:p>
        </p:txBody>
      </p:sp>
      <p:pic>
        <p:nvPicPr>
          <p:cNvPr id="5" name="Picture 4"/>
          <p:cNvPicPr>
            <a:picLocks noChangeAspect="1"/>
          </p:cNvPicPr>
          <p:nvPr/>
        </p:nvPicPr>
        <p:blipFill>
          <a:blip r:embed="rId2"/>
          <a:stretch>
            <a:fillRect/>
          </a:stretch>
        </p:blipFill>
        <p:spPr>
          <a:xfrm>
            <a:off x="981075" y="261257"/>
            <a:ext cx="8636453" cy="6065295"/>
          </a:xfrm>
          <a:prstGeom prst="rect">
            <a:avLst/>
          </a:prstGeom>
        </p:spPr>
      </p:pic>
      <p:sp>
        <p:nvSpPr>
          <p:cNvPr id="6" name="Rounded Rectangle 5"/>
          <p:cNvSpPr/>
          <p:nvPr/>
        </p:nvSpPr>
        <p:spPr>
          <a:xfrm>
            <a:off x="8460378" y="5750235"/>
            <a:ext cx="1456409" cy="4463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878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1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B412F84-AA69-4185-A895-1AC6C3BCB519}" type="slidenum">
              <a:rPr lang="en-US" smtClean="0"/>
              <a:t>33</a:t>
            </a:fld>
            <a:endParaRPr lang="en-US"/>
          </a:p>
        </p:txBody>
      </p:sp>
      <p:pic>
        <p:nvPicPr>
          <p:cNvPr id="3" name="Picture 2"/>
          <p:cNvPicPr>
            <a:picLocks noChangeAspect="1"/>
          </p:cNvPicPr>
          <p:nvPr/>
        </p:nvPicPr>
        <p:blipFill>
          <a:blip r:embed="rId2"/>
          <a:stretch>
            <a:fillRect/>
          </a:stretch>
        </p:blipFill>
        <p:spPr>
          <a:xfrm>
            <a:off x="25259" y="0"/>
            <a:ext cx="10126788" cy="2175782"/>
          </a:xfrm>
          <a:prstGeom prst="rect">
            <a:avLst/>
          </a:prstGeom>
        </p:spPr>
      </p:pic>
      <p:pic>
        <p:nvPicPr>
          <p:cNvPr id="4" name="Picture 3"/>
          <p:cNvPicPr>
            <a:picLocks noChangeAspect="1"/>
          </p:cNvPicPr>
          <p:nvPr/>
        </p:nvPicPr>
        <p:blipFill>
          <a:blip r:embed="rId3"/>
          <a:stretch>
            <a:fillRect/>
          </a:stretch>
        </p:blipFill>
        <p:spPr>
          <a:xfrm>
            <a:off x="2208964" y="1520304"/>
            <a:ext cx="9188380" cy="2619747"/>
          </a:xfrm>
          <a:prstGeom prst="rect">
            <a:avLst/>
          </a:prstGeom>
        </p:spPr>
      </p:pic>
      <p:sp>
        <p:nvSpPr>
          <p:cNvPr id="5" name="Rounded Rectangle 4"/>
          <p:cNvSpPr/>
          <p:nvPr/>
        </p:nvSpPr>
        <p:spPr>
          <a:xfrm>
            <a:off x="4540067" y="2432957"/>
            <a:ext cx="815709" cy="26125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p:cNvPicPr>
            <a:picLocks noChangeAspect="1"/>
          </p:cNvPicPr>
          <p:nvPr/>
        </p:nvPicPr>
        <p:blipFill>
          <a:blip r:embed="rId4"/>
          <a:stretch>
            <a:fillRect/>
          </a:stretch>
        </p:blipFill>
        <p:spPr>
          <a:xfrm>
            <a:off x="384983" y="4140051"/>
            <a:ext cx="11210550" cy="2064806"/>
          </a:xfrm>
          <a:prstGeom prst="rect">
            <a:avLst/>
          </a:prstGeom>
        </p:spPr>
      </p:pic>
      <p:sp>
        <p:nvSpPr>
          <p:cNvPr id="7" name="Rounded Rectangle 6"/>
          <p:cNvSpPr/>
          <p:nvPr/>
        </p:nvSpPr>
        <p:spPr>
          <a:xfrm>
            <a:off x="855253" y="4911197"/>
            <a:ext cx="1071518" cy="330274"/>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p:cNvSpPr/>
          <p:nvPr/>
        </p:nvSpPr>
        <p:spPr>
          <a:xfrm>
            <a:off x="8028938" y="4760157"/>
            <a:ext cx="3368406" cy="14447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5406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inVertical)">
                                      <p:cBhvr>
                                        <p:cTn id="10" dur="125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par>
                          <p:cTn id="15" fill="hold">
                            <p:stCondLst>
                              <p:cond delay="0"/>
                            </p:stCondLst>
                            <p:childTnLst>
                              <p:par>
                                <p:cTn id="16" presetID="16" presetClass="entr" presetSubtype="21"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1250"/>
                                        <p:tgtEl>
                                          <p:spTgt spid="7"/>
                                        </p:tgtEl>
                                      </p:cBhvr>
                                    </p:animEffect>
                                  </p:childTnLst>
                                </p:cTn>
                              </p:par>
                            </p:childTnLst>
                          </p:cTn>
                        </p:par>
                        <p:par>
                          <p:cTn id="19" fill="hold">
                            <p:stCondLst>
                              <p:cond delay="1250"/>
                            </p:stCondLst>
                            <p:childTnLst>
                              <p:par>
                                <p:cTn id="20" presetID="16" presetClass="entr" presetSubtype="21"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12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B412F84-AA69-4185-A895-1AC6C3BCB519}" type="slidenum">
              <a:rPr lang="en-US" smtClean="0"/>
              <a:t>34</a:t>
            </a:fld>
            <a:endParaRPr lang="en-US"/>
          </a:p>
        </p:txBody>
      </p:sp>
      <p:pic>
        <p:nvPicPr>
          <p:cNvPr id="10" name="Picture 9"/>
          <p:cNvPicPr>
            <a:picLocks noChangeAspect="1"/>
          </p:cNvPicPr>
          <p:nvPr/>
        </p:nvPicPr>
        <p:blipFill>
          <a:blip r:embed="rId2"/>
          <a:stretch>
            <a:fillRect/>
          </a:stretch>
        </p:blipFill>
        <p:spPr>
          <a:xfrm>
            <a:off x="0" y="527863"/>
            <a:ext cx="12192000" cy="4641532"/>
          </a:xfrm>
          <a:prstGeom prst="rect">
            <a:avLst/>
          </a:prstGeom>
        </p:spPr>
      </p:pic>
      <p:cxnSp>
        <p:nvCxnSpPr>
          <p:cNvPr id="8" name="Straight Arrow Connector 7"/>
          <p:cNvCxnSpPr/>
          <p:nvPr/>
        </p:nvCxnSpPr>
        <p:spPr>
          <a:xfrm flipH="1" flipV="1">
            <a:off x="7429499" y="1112167"/>
            <a:ext cx="1126671" cy="93072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a:stretch>
            <a:fillRect/>
          </a:stretch>
        </p:blipFill>
        <p:spPr>
          <a:xfrm>
            <a:off x="0" y="552053"/>
            <a:ext cx="12192000" cy="4946364"/>
          </a:xfrm>
          <a:prstGeom prst="rect">
            <a:avLst/>
          </a:prstGeom>
        </p:spPr>
      </p:pic>
      <p:sp>
        <p:nvSpPr>
          <p:cNvPr id="6" name="Rounded Rectangle 5"/>
          <p:cNvSpPr/>
          <p:nvPr/>
        </p:nvSpPr>
        <p:spPr>
          <a:xfrm>
            <a:off x="3331028" y="1763487"/>
            <a:ext cx="4310743" cy="24492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8899071" y="2902771"/>
            <a:ext cx="2188029" cy="444586"/>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p:nvPr/>
        </p:nvCxnSpPr>
        <p:spPr>
          <a:xfrm>
            <a:off x="6580414" y="2008415"/>
            <a:ext cx="2318657" cy="11166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87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42"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1000"/>
                                        <p:tgtEl>
                                          <p:spTgt spid="8"/>
                                        </p:tgtEl>
                                      </p:cBhvr>
                                    </p:animEffect>
                                    <p:anim calcmode="lin" valueType="num">
                                      <p:cBhvr>
                                        <p:cTn id="11" dur="1000" fill="hold"/>
                                        <p:tgtEl>
                                          <p:spTgt spid="8"/>
                                        </p:tgtEl>
                                        <p:attrNameLst>
                                          <p:attrName>ppt_x</p:attrName>
                                        </p:attrNameLst>
                                      </p:cBhvr>
                                      <p:tavLst>
                                        <p:tav tm="0">
                                          <p:val>
                                            <p:strVal val="#ppt_x"/>
                                          </p:val>
                                        </p:tav>
                                        <p:tav tm="100000">
                                          <p:val>
                                            <p:strVal val="#ppt_x"/>
                                          </p:val>
                                        </p:tav>
                                      </p:tavLst>
                                    </p:anim>
                                    <p:anim calcmode="lin" valueType="num">
                                      <p:cBhvr>
                                        <p:cTn id="1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par>
                          <p:cTn id="17" fill="hold">
                            <p:stCondLst>
                              <p:cond delay="0"/>
                            </p:stCondLst>
                            <p:childTnLst>
                              <p:par>
                                <p:cTn id="18" presetID="2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16" presetClass="entr" presetSubtype="21"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barn(inVertical)">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8405150" y="1643450"/>
            <a:ext cx="3828355" cy="4690369"/>
          </a:xfrm>
          <a:prstGeom prst="rect">
            <a:avLst/>
          </a:prstGeom>
        </p:spPr>
      </p:pic>
      <p:pic>
        <p:nvPicPr>
          <p:cNvPr id="6" name="Picture 5"/>
          <p:cNvPicPr>
            <a:picLocks noChangeAspect="1"/>
          </p:cNvPicPr>
          <p:nvPr/>
        </p:nvPicPr>
        <p:blipFill>
          <a:blip r:embed="rId3"/>
          <a:stretch>
            <a:fillRect/>
          </a:stretch>
        </p:blipFill>
        <p:spPr>
          <a:xfrm>
            <a:off x="3657600" y="1080000"/>
            <a:ext cx="4790559" cy="3969866"/>
          </a:xfrm>
          <a:prstGeom prst="rect">
            <a:avLst/>
          </a:prstGeom>
        </p:spPr>
      </p:pic>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5B412F84-AA69-4185-A895-1AC6C3BCB519}" type="slidenum">
              <a:rPr lang="en-US" smtClean="0"/>
              <a:t>35</a:t>
            </a:fld>
            <a:endParaRPr lang="en-US"/>
          </a:p>
        </p:txBody>
      </p:sp>
      <p:pic>
        <p:nvPicPr>
          <p:cNvPr id="5" name="Picture 4"/>
          <p:cNvPicPr>
            <a:picLocks noChangeAspect="1"/>
          </p:cNvPicPr>
          <p:nvPr/>
        </p:nvPicPr>
        <p:blipFill>
          <a:blip r:embed="rId4"/>
          <a:stretch>
            <a:fillRect/>
          </a:stretch>
        </p:blipFill>
        <p:spPr>
          <a:xfrm>
            <a:off x="0" y="31537"/>
            <a:ext cx="4747550" cy="3710729"/>
          </a:xfrm>
          <a:prstGeom prst="rect">
            <a:avLst/>
          </a:prstGeom>
        </p:spPr>
      </p:pic>
      <p:sp>
        <p:nvSpPr>
          <p:cNvPr id="7" name="Rectangle 6"/>
          <p:cNvSpPr/>
          <p:nvPr/>
        </p:nvSpPr>
        <p:spPr>
          <a:xfrm>
            <a:off x="2675467" y="3064933"/>
            <a:ext cx="982133" cy="4572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663214" y="3296294"/>
            <a:ext cx="2564812" cy="91440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495100" y="3004947"/>
            <a:ext cx="2610659" cy="332887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0063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3"/>
            <a:ext cx="10058400" cy="921711"/>
          </a:xfrm>
        </p:spPr>
        <p:txBody>
          <a:bodyPr/>
          <a:lstStyle/>
          <a:p>
            <a:r>
              <a:rPr lang="en-US" dirty="0">
                <a:latin typeface="Comic Sans MS" panose="030F0702030302020204" pitchFamily="66" charset="0"/>
              </a:rPr>
              <a:t>Change </a:t>
            </a:r>
            <a:r>
              <a:rPr lang="en-US" dirty="0" err="1">
                <a:latin typeface="Comic Sans MS" panose="030F0702030302020204" pitchFamily="66" charset="0"/>
              </a:rPr>
              <a:t>Symbology</a:t>
            </a:r>
            <a:r>
              <a:rPr lang="en-US" dirty="0">
                <a:latin typeface="Comic Sans MS" panose="030F0702030302020204" pitchFamily="66" charset="0"/>
              </a:rPr>
              <a:t> Color</a:t>
            </a:r>
          </a:p>
        </p:txBody>
      </p:sp>
      <p:sp>
        <p:nvSpPr>
          <p:cNvPr id="3" name="Slide Number Placeholder 2"/>
          <p:cNvSpPr>
            <a:spLocks noGrp="1"/>
          </p:cNvSpPr>
          <p:nvPr>
            <p:ph type="sldNum" sz="quarter" idx="12"/>
          </p:nvPr>
        </p:nvSpPr>
        <p:spPr/>
        <p:txBody>
          <a:bodyPr/>
          <a:lstStyle/>
          <a:p>
            <a:fld id="{5B412F84-AA69-4185-A895-1AC6C3BCB519}" type="slidenum">
              <a:rPr lang="en-US" smtClean="0"/>
              <a:t>36</a:t>
            </a:fld>
            <a:endParaRPr lang="en-US"/>
          </a:p>
        </p:txBody>
      </p:sp>
      <p:pic>
        <p:nvPicPr>
          <p:cNvPr id="4" name="Picture 3"/>
          <p:cNvPicPr>
            <a:picLocks noChangeAspect="1"/>
          </p:cNvPicPr>
          <p:nvPr/>
        </p:nvPicPr>
        <p:blipFill>
          <a:blip r:embed="rId2"/>
          <a:stretch>
            <a:fillRect/>
          </a:stretch>
        </p:blipFill>
        <p:spPr>
          <a:xfrm>
            <a:off x="-778041" y="1792978"/>
            <a:ext cx="12051577" cy="4082143"/>
          </a:xfrm>
          <a:prstGeom prst="rect">
            <a:avLst/>
          </a:prstGeom>
        </p:spPr>
      </p:pic>
      <p:sp>
        <p:nvSpPr>
          <p:cNvPr id="5" name="Rounded Rectangle 4"/>
          <p:cNvSpPr/>
          <p:nvPr/>
        </p:nvSpPr>
        <p:spPr>
          <a:xfrm>
            <a:off x="3706585" y="2955473"/>
            <a:ext cx="6776358" cy="212270"/>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825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Saving your Script</a:t>
            </a:r>
          </a:p>
        </p:txBody>
      </p:sp>
      <p:sp>
        <p:nvSpPr>
          <p:cNvPr id="2" name="Slide Number Placeholder 1"/>
          <p:cNvSpPr>
            <a:spLocks noGrp="1"/>
          </p:cNvSpPr>
          <p:nvPr>
            <p:ph type="sldNum" sz="quarter" idx="12"/>
          </p:nvPr>
        </p:nvSpPr>
        <p:spPr/>
        <p:txBody>
          <a:bodyPr/>
          <a:lstStyle/>
          <a:p>
            <a:fld id="{5B412F84-AA69-4185-A895-1AC6C3BCB519}" type="slidenum">
              <a:rPr lang="en-US" smtClean="0"/>
              <a:t>37</a:t>
            </a:fld>
            <a:endParaRPr lang="en-US"/>
          </a:p>
        </p:txBody>
      </p:sp>
      <p:pic>
        <p:nvPicPr>
          <p:cNvPr id="5" name="Picture 4"/>
          <p:cNvPicPr>
            <a:picLocks noChangeAspect="1"/>
          </p:cNvPicPr>
          <p:nvPr/>
        </p:nvPicPr>
        <p:blipFill>
          <a:blip r:embed="rId2"/>
          <a:stretch>
            <a:fillRect/>
          </a:stretch>
        </p:blipFill>
        <p:spPr>
          <a:xfrm>
            <a:off x="531161" y="1737360"/>
            <a:ext cx="10555939" cy="4549212"/>
          </a:xfrm>
          <a:prstGeom prst="rect">
            <a:avLst/>
          </a:prstGeom>
        </p:spPr>
      </p:pic>
      <p:sp>
        <p:nvSpPr>
          <p:cNvPr id="6" name="Rounded Rectangle 5"/>
          <p:cNvSpPr/>
          <p:nvPr/>
        </p:nvSpPr>
        <p:spPr>
          <a:xfrm>
            <a:off x="5208814" y="2286000"/>
            <a:ext cx="1404257" cy="359228"/>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1392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endParaRPr lang="en-US"/>
          </a:p>
        </p:txBody>
      </p:sp>
      <p:sp>
        <p:nvSpPr>
          <p:cNvPr id="7" name="Text Placeholder 6"/>
          <p:cNvSpPr>
            <a:spLocks noGrp="1"/>
          </p:cNvSpPr>
          <p:nvPr>
            <p:ph type="body" sz="half" idx="2"/>
          </p:nvPr>
        </p:nvSpPr>
        <p:spPr/>
        <p:txBody>
          <a:bodyPr/>
          <a:lstStyle/>
          <a:p>
            <a:endParaRPr lang="en-US"/>
          </a:p>
        </p:txBody>
      </p:sp>
      <p:sp>
        <p:nvSpPr>
          <p:cNvPr id="4" name="Slide Number Placeholder 3"/>
          <p:cNvSpPr>
            <a:spLocks noGrp="1"/>
          </p:cNvSpPr>
          <p:nvPr>
            <p:ph type="sldNum" sz="quarter" idx="12"/>
          </p:nvPr>
        </p:nvSpPr>
        <p:spPr/>
        <p:txBody>
          <a:bodyPr/>
          <a:lstStyle/>
          <a:p>
            <a:fld id="{5B412F84-AA69-4185-A895-1AC6C3BCB519}" type="slidenum">
              <a:rPr lang="en-US" smtClean="0"/>
              <a:t>38</a:t>
            </a:fld>
            <a:endParaRPr lang="en-US"/>
          </a:p>
        </p:txBody>
      </p:sp>
      <p:sp>
        <p:nvSpPr>
          <p:cNvPr id="8" name="Rectangle 7"/>
          <p:cNvSpPr/>
          <p:nvPr/>
        </p:nvSpPr>
        <p:spPr>
          <a:xfrm>
            <a:off x="5589105" y="2745266"/>
            <a:ext cx="5151347" cy="1323439"/>
          </a:xfrm>
          <a:prstGeom prst="rect">
            <a:avLst/>
          </a:prstGeom>
        </p:spPr>
        <p:style>
          <a:lnRef idx="2">
            <a:schemeClr val="accent2"/>
          </a:lnRef>
          <a:fillRef idx="1">
            <a:schemeClr val="lt1"/>
          </a:fillRef>
          <a:effectRef idx="0">
            <a:schemeClr val="accent2"/>
          </a:effectRef>
          <a:fontRef idx="minor">
            <a:schemeClr val="dk1"/>
          </a:fontRef>
        </p:style>
        <p:txBody>
          <a:bodyPr wrap="none" lIns="91440" tIns="45720" rIns="91440" bIns="45720">
            <a:spAutoFit/>
          </a:bodyPr>
          <a:lstStyle/>
          <a:p>
            <a:pPr algn="ctr"/>
            <a:r>
              <a:rPr lang="en-US" sz="80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spTree>
    <p:extLst>
      <p:ext uri="{BB962C8B-B14F-4D97-AF65-F5344CB8AC3E}">
        <p14:creationId xmlns:p14="http://schemas.microsoft.com/office/powerpoint/2010/main" val="3152835755"/>
      </p:ext>
    </p:extLst>
  </p:cSld>
  <p:clrMapOvr>
    <a:masterClrMapping/>
  </p:clrMapOvr>
</p:sld>
</file>

<file path=ppt/theme/theme1.xml><?xml version="1.0" encoding="utf-8"?>
<a:theme xmlns:a="http://schemas.openxmlformats.org/drawingml/2006/main" name="IS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IST" id="{8D85E0DB-8221-425F-8FF1-9C7D9115499F}" vid="{3BC899D8-6AA3-42CB-9244-222302378D00}"/>
    </a:ext>
  </a:extLst>
</a:theme>
</file>

<file path=ppt/theme/theme2.xml><?xml version="1.0" encoding="utf-8"?>
<a:theme xmlns:a="http://schemas.openxmlformats.org/drawingml/2006/main" name="Google Earth Engine Template">
  <a:themeElements>
    <a:clrScheme name="Google Colours">
      <a:dk1>
        <a:srgbClr val="3C4043"/>
      </a:dk1>
      <a:lt1>
        <a:srgbClr val="5F6368"/>
      </a:lt1>
      <a:dk2>
        <a:srgbClr val="BDC1C6"/>
      </a:dk2>
      <a:lt2>
        <a:srgbClr val="F8F9FA"/>
      </a:lt2>
      <a:accent1>
        <a:srgbClr val="4285F4"/>
      </a:accent1>
      <a:accent2>
        <a:srgbClr val="EA4335"/>
      </a:accent2>
      <a:accent3>
        <a:srgbClr val="FBBC05"/>
      </a:accent3>
      <a:accent4>
        <a:srgbClr val="34A853"/>
      </a:accent4>
      <a:accent5>
        <a:srgbClr val="185ABC"/>
      </a:accent5>
      <a:accent6>
        <a:srgbClr val="B31412"/>
      </a:accent6>
      <a:hlink>
        <a:srgbClr val="1A73E8"/>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oogle Earth Outreach">
  <a:themeElements>
    <a:clrScheme name="GGL_New">
      <a:dk1>
        <a:srgbClr val="262628"/>
      </a:dk1>
      <a:lt1>
        <a:srgbClr val="FFFFFF"/>
      </a:lt1>
      <a:dk2>
        <a:srgbClr val="656565"/>
      </a:dk2>
      <a:lt2>
        <a:srgbClr val="A6A6A6"/>
      </a:lt2>
      <a:accent1>
        <a:srgbClr val="4285F4"/>
      </a:accent1>
      <a:accent2>
        <a:srgbClr val="0F9D58"/>
      </a:accent2>
      <a:accent3>
        <a:srgbClr val="F4B400"/>
      </a:accent3>
      <a:accent4>
        <a:srgbClr val="DB4437"/>
      </a:accent4>
      <a:accent5>
        <a:srgbClr val="D9D9D9"/>
      </a:accent5>
      <a:accent6>
        <a:srgbClr val="D9D9D9"/>
      </a:accent6>
      <a:hlink>
        <a:srgbClr val="4285F4"/>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IST</Template>
  <TotalTime>15391</TotalTime>
  <Words>1230</Words>
  <Application>Microsoft Office PowerPoint</Application>
  <PresentationFormat>Widescreen</PresentationFormat>
  <Paragraphs>180</Paragraphs>
  <Slides>38</Slides>
  <Notes>20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38</vt:i4>
      </vt:variant>
    </vt:vector>
  </HeadingPairs>
  <TitlesOfParts>
    <vt:vector size="51" baseType="lpstr">
      <vt:lpstr>Arial</vt:lpstr>
      <vt:lpstr>Calibri</vt:lpstr>
      <vt:lpstr>Calibri Light</vt:lpstr>
      <vt:lpstr>Comic Sans MS</vt:lpstr>
      <vt:lpstr>Consolas</vt:lpstr>
      <vt:lpstr>Google Sans</vt:lpstr>
      <vt:lpstr>Open Sans</vt:lpstr>
      <vt:lpstr>Roboto</vt:lpstr>
      <vt:lpstr>Verdana</vt:lpstr>
      <vt:lpstr>Wingdings</vt:lpstr>
      <vt:lpstr>IST</vt:lpstr>
      <vt:lpstr>Google Earth Engine Template</vt:lpstr>
      <vt:lpstr>Google Earth Outreach</vt:lpstr>
      <vt:lpstr>  GEE Lab - 1  WORKING WITH GOOGLE ERATH ENGINE</vt:lpstr>
      <vt:lpstr>GOOGLE EARTH ENGINE </vt:lpstr>
      <vt:lpstr>Sign up for a Google Earth Engine account</vt:lpstr>
      <vt:lpstr>Google Mission Statement</vt:lpstr>
      <vt:lpstr>Earth Engine Data Catalog</vt:lpstr>
      <vt:lpstr>There is a one or two-day latency between scene acquisition and when it is ingested into the catalog. </vt:lpstr>
      <vt:lpstr>PowerPoint Presentation</vt:lpstr>
      <vt:lpstr>PowerPoint Presentation</vt:lpstr>
      <vt:lpstr>PowerPoint Presentation</vt:lpstr>
      <vt:lpstr>Terrain</vt:lpstr>
      <vt:lpstr>Atmosphere</vt:lpstr>
      <vt:lpstr>Sentinel</vt:lpstr>
      <vt:lpstr>PowerPoint Presentation</vt:lpstr>
      <vt:lpstr>Computation Platform</vt:lpstr>
      <vt:lpstr>PowerPoint Presentation</vt:lpstr>
      <vt:lpstr>PowerPoint Presentation</vt:lpstr>
      <vt:lpstr>PowerPoint Presentation</vt:lpstr>
      <vt:lpstr>PowerPoint Presentation</vt:lpstr>
      <vt:lpstr>PowerPoint Presentation</vt:lpstr>
      <vt:lpstr>Your first Script: Hello, I am ‘your name’</vt:lpstr>
      <vt:lpstr>PowerPoint Presentation</vt:lpstr>
      <vt:lpstr>Clear Script</vt:lpstr>
      <vt:lpstr>Data Types and Geospatial Processing Functions</vt:lpstr>
      <vt:lpstr>Global composites with a few lines of code</vt:lpstr>
      <vt:lpstr>PowerPoint Presentation</vt:lpstr>
      <vt:lpstr>Data Catalog</vt:lpstr>
      <vt:lpstr>Data catalog contains a description of the available datasets by theme</vt:lpstr>
      <vt:lpstr>Search Data - Elevation</vt:lpstr>
      <vt:lpstr>PowerPoint Presentation</vt:lpstr>
      <vt:lpstr>View Dataset in Catalog Page</vt:lpstr>
      <vt:lpstr>Open Code Editor</vt:lpstr>
      <vt:lpstr>PowerPoint Presentation</vt:lpstr>
      <vt:lpstr>PowerPoint Presentation</vt:lpstr>
      <vt:lpstr>PowerPoint Presentation</vt:lpstr>
      <vt:lpstr>PowerPoint Presentation</vt:lpstr>
      <vt:lpstr>Change Symbology Color</vt:lpstr>
      <vt:lpstr>Saving your Script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Google Erath Engine</dc:title>
  <dc:creator>Arjumand Zaidi</dc:creator>
  <cp:lastModifiedBy>Arjumand Zaidi</cp:lastModifiedBy>
  <cp:revision>164</cp:revision>
  <dcterms:created xsi:type="dcterms:W3CDTF">2020-10-11T05:46:18Z</dcterms:created>
  <dcterms:modified xsi:type="dcterms:W3CDTF">2026-08-18T09:08:03Z</dcterms:modified>
</cp:coreProperties>
</file>