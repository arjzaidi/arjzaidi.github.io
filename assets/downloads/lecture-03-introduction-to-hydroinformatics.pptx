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76" r:id="rId5"/>
  </p:sldMasterIdLst>
  <p:notesMasterIdLst>
    <p:notesMasterId r:id="rId39"/>
  </p:notesMasterIdLst>
  <p:sldIdLst>
    <p:sldId id="256" r:id="rId6"/>
    <p:sldId id="290" r:id="rId7"/>
    <p:sldId id="291" r:id="rId8"/>
    <p:sldId id="292" r:id="rId9"/>
    <p:sldId id="280" r:id="rId10"/>
    <p:sldId id="297" r:id="rId11"/>
    <p:sldId id="298" r:id="rId12"/>
    <p:sldId id="285" r:id="rId13"/>
    <p:sldId id="257" r:id="rId14"/>
    <p:sldId id="287" r:id="rId15"/>
    <p:sldId id="286" r:id="rId16"/>
    <p:sldId id="288" r:id="rId17"/>
    <p:sldId id="299" r:id="rId18"/>
    <p:sldId id="258" r:id="rId19"/>
    <p:sldId id="259" r:id="rId20"/>
    <p:sldId id="260" r:id="rId21"/>
    <p:sldId id="261" r:id="rId22"/>
    <p:sldId id="262" r:id="rId23"/>
    <p:sldId id="263" r:id="rId24"/>
    <p:sldId id="264" r:id="rId25"/>
    <p:sldId id="283" r:id="rId26"/>
    <p:sldId id="300" r:id="rId27"/>
    <p:sldId id="282" r:id="rId28"/>
    <p:sldId id="294" r:id="rId29"/>
    <p:sldId id="284" r:id="rId30"/>
    <p:sldId id="265" r:id="rId31"/>
    <p:sldId id="295" r:id="rId32"/>
    <p:sldId id="296" r:id="rId33"/>
    <p:sldId id="266" r:id="rId34"/>
    <p:sldId id="267" r:id="rId35"/>
    <p:sldId id="268" r:id="rId36"/>
    <p:sldId id="293" r:id="rId37"/>
    <p:sldId id="27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EDB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76841" autoAdjust="0"/>
  </p:normalViewPr>
  <p:slideViewPr>
    <p:cSldViewPr snapToGrid="0">
      <p:cViewPr varScale="1">
        <p:scale>
          <a:sx n="81" d="100"/>
          <a:sy n="81" d="100"/>
        </p:scale>
        <p:origin x="168" y="72"/>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s>
</file>

<file path=ppt/diagrams/_rels/data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image" Target="../media/image7.jpg"/><Relationship Id="rId5" Type="http://schemas.openxmlformats.org/officeDocument/2006/relationships/image" Target="../media/image11.jpg"/><Relationship Id="rId4" Type="http://schemas.openxmlformats.org/officeDocument/2006/relationships/image" Target="../media/image10.jpeg"/></Relationships>
</file>

<file path=ppt/diagrams/_rels/data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_rels/data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image" Target="../media/image18.svg"/></Relationships>
</file>

<file path=ppt/diagrams/_rels/data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s>
</file>

<file path=ppt/diagrams/_rels/data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image" Target="../media/image7.jpg"/><Relationship Id="rId5" Type="http://schemas.openxmlformats.org/officeDocument/2006/relationships/image" Target="../media/image11.jpg"/><Relationship Id="rId4" Type="http://schemas.openxmlformats.org/officeDocument/2006/relationships/image" Target="../media/image10.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_rels/drawing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image" Target="../media/image18.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52B490-6B2D-4F42-A5C3-E1B7AF9B413A}" type="doc">
      <dgm:prSet loTypeId="urn:microsoft.com/office/officeart/2005/8/layout/hProcess10" loCatId="process" qsTypeId="urn:microsoft.com/office/officeart/2005/8/quickstyle/simple1" qsCatId="simple" csTypeId="urn:microsoft.com/office/officeart/2005/8/colors/accent1_2" csCatId="accent1" phldr="1"/>
      <dgm:spPr/>
      <dgm:t>
        <a:bodyPr/>
        <a:lstStyle/>
        <a:p>
          <a:endParaRPr lang="en-US"/>
        </a:p>
      </dgm:t>
    </dgm:pt>
    <dgm:pt modelId="{CAE62483-8C92-4E56-95CB-B0D839FE3422}">
      <dgm:prSet phldrT="[Text]" custT="1"/>
      <dgm:spPr/>
      <dgm:t>
        <a:bodyPr/>
        <a:lstStyle/>
        <a:p>
          <a:r>
            <a:rPr lang="en-US" sz="1800" b="1" dirty="0"/>
            <a:t>Data</a:t>
          </a:r>
        </a:p>
      </dgm:t>
    </dgm:pt>
    <dgm:pt modelId="{98540467-AA8C-4043-9008-A3DB92AAEF35}" type="parTrans" cxnId="{5EDE62D0-1D18-46F0-8B9F-F51966F38535}">
      <dgm:prSet/>
      <dgm:spPr/>
      <dgm:t>
        <a:bodyPr/>
        <a:lstStyle/>
        <a:p>
          <a:endParaRPr lang="en-US"/>
        </a:p>
      </dgm:t>
    </dgm:pt>
    <dgm:pt modelId="{959126B0-1E95-46AC-8AF9-0E27A005D96B}" type="sibTrans" cxnId="{5EDE62D0-1D18-46F0-8B9F-F51966F38535}">
      <dgm:prSet/>
      <dgm:spPr/>
      <dgm:t>
        <a:bodyPr/>
        <a:lstStyle/>
        <a:p>
          <a:endParaRPr lang="en-US"/>
        </a:p>
      </dgm:t>
    </dgm:pt>
    <dgm:pt modelId="{1978996F-8B27-4225-8C0A-4D1968582652}">
      <dgm:prSet phldrT="[Text]" custT="1"/>
      <dgm:spPr/>
      <dgm:t>
        <a:bodyPr/>
        <a:lstStyle/>
        <a:p>
          <a:r>
            <a:rPr lang="en-US" sz="1600" dirty="0"/>
            <a:t>Earth Observation</a:t>
          </a:r>
        </a:p>
      </dgm:t>
    </dgm:pt>
    <dgm:pt modelId="{086F7447-AB8F-48A7-B631-1BFFDDFE6C9E}" type="parTrans" cxnId="{A9646685-4464-4F47-B281-B0C0367D04A4}">
      <dgm:prSet/>
      <dgm:spPr/>
      <dgm:t>
        <a:bodyPr/>
        <a:lstStyle/>
        <a:p>
          <a:endParaRPr lang="en-US"/>
        </a:p>
      </dgm:t>
    </dgm:pt>
    <dgm:pt modelId="{03343724-CEBB-475C-AF88-930152C3D771}" type="sibTrans" cxnId="{A9646685-4464-4F47-B281-B0C0367D04A4}">
      <dgm:prSet/>
      <dgm:spPr/>
      <dgm:t>
        <a:bodyPr/>
        <a:lstStyle/>
        <a:p>
          <a:endParaRPr lang="en-US"/>
        </a:p>
      </dgm:t>
    </dgm:pt>
    <dgm:pt modelId="{85BFA5E1-387C-49C7-AF84-09E43374BF99}">
      <dgm:prSet phldrT="[Text]" custT="1"/>
      <dgm:spPr/>
      <dgm:t>
        <a:bodyPr/>
        <a:lstStyle/>
        <a:p>
          <a:r>
            <a:rPr lang="en-US" sz="1800" b="1" dirty="0"/>
            <a:t>Models</a:t>
          </a:r>
        </a:p>
      </dgm:t>
    </dgm:pt>
    <dgm:pt modelId="{BB68E3E7-E5CF-4816-98A8-823D5FD5FD2B}" type="parTrans" cxnId="{D41EF743-02EA-4C12-AB69-6FD9956F3D67}">
      <dgm:prSet/>
      <dgm:spPr/>
      <dgm:t>
        <a:bodyPr/>
        <a:lstStyle/>
        <a:p>
          <a:endParaRPr lang="en-US"/>
        </a:p>
      </dgm:t>
    </dgm:pt>
    <dgm:pt modelId="{A1F36F04-ACD7-4EAF-A765-C69D39B0DFBD}" type="sibTrans" cxnId="{D41EF743-02EA-4C12-AB69-6FD9956F3D67}">
      <dgm:prSet/>
      <dgm:spPr/>
      <dgm:t>
        <a:bodyPr/>
        <a:lstStyle/>
        <a:p>
          <a:endParaRPr lang="en-US"/>
        </a:p>
      </dgm:t>
    </dgm:pt>
    <dgm:pt modelId="{B530D36F-077B-467A-9773-02DD8802A1EC}">
      <dgm:prSet phldrT="[Text]" custT="1"/>
      <dgm:spPr/>
      <dgm:t>
        <a:bodyPr/>
        <a:lstStyle/>
        <a:p>
          <a:r>
            <a:rPr lang="en-US" sz="1600" dirty="0"/>
            <a:t>Numerical Model</a:t>
          </a:r>
        </a:p>
      </dgm:t>
    </dgm:pt>
    <dgm:pt modelId="{6A59D043-0A5A-4065-8B98-282190D011B8}" type="parTrans" cxnId="{4C7E033F-EA96-4F42-A70A-275AA07A9858}">
      <dgm:prSet/>
      <dgm:spPr/>
      <dgm:t>
        <a:bodyPr/>
        <a:lstStyle/>
        <a:p>
          <a:endParaRPr lang="en-US"/>
        </a:p>
      </dgm:t>
    </dgm:pt>
    <dgm:pt modelId="{A4E79E85-9237-41EE-84C3-44F571E20EE6}" type="sibTrans" cxnId="{4C7E033F-EA96-4F42-A70A-275AA07A9858}">
      <dgm:prSet/>
      <dgm:spPr/>
      <dgm:t>
        <a:bodyPr/>
        <a:lstStyle/>
        <a:p>
          <a:endParaRPr lang="en-US"/>
        </a:p>
      </dgm:t>
    </dgm:pt>
    <dgm:pt modelId="{6798F175-0681-4A62-BC2F-DB07E72F641B}">
      <dgm:prSet phldrT="[Text]" custT="1"/>
      <dgm:spPr/>
      <dgm:t>
        <a:bodyPr/>
        <a:lstStyle/>
        <a:p>
          <a:r>
            <a:rPr lang="en-US" sz="1600" dirty="0"/>
            <a:t>Hydrologic Models</a:t>
          </a:r>
        </a:p>
      </dgm:t>
    </dgm:pt>
    <dgm:pt modelId="{B3CAB0AD-1377-4E27-8172-FC2CDC0CFC4E}" type="parTrans" cxnId="{C94626D2-4C54-4E39-B686-7CD699FDD3EA}">
      <dgm:prSet/>
      <dgm:spPr/>
      <dgm:t>
        <a:bodyPr/>
        <a:lstStyle/>
        <a:p>
          <a:endParaRPr lang="en-US"/>
        </a:p>
      </dgm:t>
    </dgm:pt>
    <dgm:pt modelId="{1A190889-E070-473F-9507-478AF2DCC13C}" type="sibTrans" cxnId="{C94626D2-4C54-4E39-B686-7CD699FDD3EA}">
      <dgm:prSet/>
      <dgm:spPr/>
      <dgm:t>
        <a:bodyPr/>
        <a:lstStyle/>
        <a:p>
          <a:endParaRPr lang="en-US"/>
        </a:p>
      </dgm:t>
    </dgm:pt>
    <dgm:pt modelId="{ABC3E407-56D5-4713-8C79-6E6355583DF2}">
      <dgm:prSet phldrT="[Text]" custT="1"/>
      <dgm:spPr/>
      <dgm:t>
        <a:bodyPr/>
        <a:lstStyle/>
        <a:p>
          <a:pPr marL="0" lvl="0" defTabSz="889000">
            <a:lnSpc>
              <a:spcPct val="90000"/>
            </a:lnSpc>
            <a:spcBef>
              <a:spcPct val="0"/>
            </a:spcBef>
            <a:spcAft>
              <a:spcPct val="35000"/>
            </a:spcAft>
            <a:buNone/>
          </a:pPr>
          <a:r>
            <a:rPr lang="en-US" sz="1800" b="1" dirty="0"/>
            <a:t>Knowledge</a:t>
          </a:r>
        </a:p>
      </dgm:t>
    </dgm:pt>
    <dgm:pt modelId="{08BB7DB7-53E1-4D1E-AEB0-E6E33970FB6D}" type="parTrans" cxnId="{662EF6D2-7DA2-4B2F-9E49-EFC6EFD86162}">
      <dgm:prSet/>
      <dgm:spPr/>
      <dgm:t>
        <a:bodyPr/>
        <a:lstStyle/>
        <a:p>
          <a:endParaRPr lang="en-US"/>
        </a:p>
      </dgm:t>
    </dgm:pt>
    <dgm:pt modelId="{CD5614E8-C849-4A83-B996-BF65000B6CD4}" type="sibTrans" cxnId="{662EF6D2-7DA2-4B2F-9E49-EFC6EFD86162}">
      <dgm:prSet/>
      <dgm:spPr/>
      <dgm:t>
        <a:bodyPr/>
        <a:lstStyle/>
        <a:p>
          <a:endParaRPr lang="en-US"/>
        </a:p>
      </dgm:t>
    </dgm:pt>
    <dgm:pt modelId="{6BABC86D-0334-4DB4-B3ED-687EB69DA36D}">
      <dgm:prSet phldrT="[Text]" custT="1"/>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600" dirty="0"/>
            <a:t>Weather Patterns/ Predictions</a:t>
          </a:r>
        </a:p>
      </dgm:t>
    </dgm:pt>
    <dgm:pt modelId="{BE7AF6C0-A97D-46BD-8FE8-FE9B34991F60}" type="parTrans" cxnId="{1F842BE3-F944-4715-A8A0-D85B91A47F2F}">
      <dgm:prSet/>
      <dgm:spPr/>
      <dgm:t>
        <a:bodyPr/>
        <a:lstStyle/>
        <a:p>
          <a:endParaRPr lang="en-US"/>
        </a:p>
      </dgm:t>
    </dgm:pt>
    <dgm:pt modelId="{AF7102A4-A5C3-45F9-922B-84E92FF6BE38}" type="sibTrans" cxnId="{1F842BE3-F944-4715-A8A0-D85B91A47F2F}">
      <dgm:prSet/>
      <dgm:spPr/>
      <dgm:t>
        <a:bodyPr/>
        <a:lstStyle/>
        <a:p>
          <a:endParaRPr lang="en-US"/>
        </a:p>
      </dgm:t>
    </dgm:pt>
    <dgm:pt modelId="{8BD8714B-C08E-446F-A659-864B538D7D56}">
      <dgm:prSet custT="1"/>
      <dgm:spPr/>
      <dgm:t>
        <a:bodyPr/>
        <a:lstStyle/>
        <a:p>
          <a:pPr algn="l"/>
          <a:r>
            <a:rPr lang="en-US" sz="1800" b="1" dirty="0"/>
            <a:t>Visualization</a:t>
          </a:r>
        </a:p>
        <a:p>
          <a:pPr algn="l"/>
          <a:r>
            <a:rPr lang="en-US" sz="1600" dirty="0"/>
            <a:t>Maps, graphs showing relationships and trends, etc. </a:t>
          </a:r>
        </a:p>
      </dgm:t>
    </dgm:pt>
    <dgm:pt modelId="{6EF005A2-6E40-4A0C-81EB-015CEA813DEA}" type="parTrans" cxnId="{A15DBD73-F5A7-4661-B9A9-C3C8B62DDAD4}">
      <dgm:prSet/>
      <dgm:spPr/>
      <dgm:t>
        <a:bodyPr/>
        <a:lstStyle/>
        <a:p>
          <a:endParaRPr lang="en-US"/>
        </a:p>
      </dgm:t>
    </dgm:pt>
    <dgm:pt modelId="{A012EF36-DE87-4EF8-BCC6-7387A58FCDB8}" type="sibTrans" cxnId="{A15DBD73-F5A7-4661-B9A9-C3C8B62DDAD4}">
      <dgm:prSet/>
      <dgm:spPr/>
      <dgm:t>
        <a:bodyPr/>
        <a:lstStyle/>
        <a:p>
          <a:endParaRPr lang="en-US"/>
        </a:p>
      </dgm:t>
    </dgm:pt>
    <dgm:pt modelId="{9F91BB66-30FB-4B8D-9277-7AF06611900E}">
      <dgm:prSet custT="1"/>
      <dgm:spPr/>
      <dgm:t>
        <a:bodyPr/>
        <a:lstStyle/>
        <a:p>
          <a:pPr algn="l"/>
          <a:r>
            <a:rPr lang="en-US" sz="1800" b="1" dirty="0"/>
            <a:t>Decision Support</a:t>
          </a:r>
        </a:p>
        <a:p>
          <a:pPr algn="l"/>
          <a:r>
            <a:rPr lang="en-US" sz="1600" b="0" dirty="0"/>
            <a:t>Environmental, economic, and social impacts of different scenarios</a:t>
          </a:r>
        </a:p>
      </dgm:t>
    </dgm:pt>
    <dgm:pt modelId="{5C2581F5-60BB-4E36-86B9-38B5F5EE9CE7}" type="parTrans" cxnId="{D6D21B36-648D-4036-8184-4C6441552979}">
      <dgm:prSet/>
      <dgm:spPr/>
      <dgm:t>
        <a:bodyPr/>
        <a:lstStyle/>
        <a:p>
          <a:endParaRPr lang="en-US"/>
        </a:p>
      </dgm:t>
    </dgm:pt>
    <dgm:pt modelId="{6A1D21FF-CCC1-4CC0-98B6-978D9486FF15}" type="sibTrans" cxnId="{D6D21B36-648D-4036-8184-4C6441552979}">
      <dgm:prSet/>
      <dgm:spPr/>
      <dgm:t>
        <a:bodyPr/>
        <a:lstStyle/>
        <a:p>
          <a:endParaRPr lang="en-US"/>
        </a:p>
      </dgm:t>
    </dgm:pt>
    <dgm:pt modelId="{1A9AF7E2-7463-4991-A1D1-00BC2C9D51B8}">
      <dgm:prSet custT="1"/>
      <dgm:spPr/>
      <dgm:t>
        <a:bodyPr/>
        <a:lstStyle/>
        <a:p>
          <a:r>
            <a:rPr lang="en-US" sz="1600" dirty="0"/>
            <a:t>Hydraulic Models</a:t>
          </a:r>
          <a:endParaRPr lang="en-PK" sz="1600" dirty="0"/>
        </a:p>
      </dgm:t>
    </dgm:pt>
    <dgm:pt modelId="{0D4E9EB0-6D53-4FCD-8E95-71436B6B0B6C}" type="parTrans" cxnId="{8078BE5D-7C52-4DD2-BD6E-4A69B007EF1F}">
      <dgm:prSet/>
      <dgm:spPr/>
      <dgm:t>
        <a:bodyPr/>
        <a:lstStyle/>
        <a:p>
          <a:endParaRPr lang="en-PK"/>
        </a:p>
      </dgm:t>
    </dgm:pt>
    <dgm:pt modelId="{C1619DCC-53A2-48D8-92D9-FE8E10DA6C6D}" type="sibTrans" cxnId="{8078BE5D-7C52-4DD2-BD6E-4A69B007EF1F}">
      <dgm:prSet/>
      <dgm:spPr/>
      <dgm:t>
        <a:bodyPr/>
        <a:lstStyle/>
        <a:p>
          <a:endParaRPr lang="en-PK"/>
        </a:p>
      </dgm:t>
    </dgm:pt>
    <dgm:pt modelId="{4A84ED30-D3BB-45D7-A210-44B72E51F535}">
      <dgm:prSet custT="1"/>
      <dgm:spPr/>
      <dgm:t>
        <a:bodyPr/>
        <a:lstStyle/>
        <a:p>
          <a:endParaRPr lang="en-PK" sz="2000" dirty="0"/>
        </a:p>
      </dgm:t>
    </dgm:pt>
    <dgm:pt modelId="{1CE65E61-601C-46D3-952B-FDAFB2B0622D}" type="parTrans" cxnId="{CB5C8AC8-16D4-4CA0-905F-0EA607838D15}">
      <dgm:prSet/>
      <dgm:spPr/>
      <dgm:t>
        <a:bodyPr/>
        <a:lstStyle/>
        <a:p>
          <a:endParaRPr lang="en-PK"/>
        </a:p>
      </dgm:t>
    </dgm:pt>
    <dgm:pt modelId="{DA2E587B-6346-4AB0-82DD-C51BC8B2E4D5}" type="sibTrans" cxnId="{CB5C8AC8-16D4-4CA0-905F-0EA607838D15}">
      <dgm:prSet/>
      <dgm:spPr/>
      <dgm:t>
        <a:bodyPr/>
        <a:lstStyle/>
        <a:p>
          <a:endParaRPr lang="en-PK"/>
        </a:p>
      </dgm:t>
    </dgm:pt>
    <dgm:pt modelId="{25C5D412-89F7-489B-A761-FF424A6BE609}">
      <dgm:prSet phldrT="[Text]" custT="1"/>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600" dirty="0"/>
            <a:t>Environmental condition</a:t>
          </a:r>
        </a:p>
      </dgm:t>
    </dgm:pt>
    <dgm:pt modelId="{F4F9CC66-6BDA-4F98-A6C6-E04CA778CDCD}" type="parTrans" cxnId="{2ADD4495-18E0-4041-8083-E0722FEE761B}">
      <dgm:prSet/>
      <dgm:spPr/>
      <dgm:t>
        <a:bodyPr/>
        <a:lstStyle/>
        <a:p>
          <a:endParaRPr lang="en-PK"/>
        </a:p>
      </dgm:t>
    </dgm:pt>
    <dgm:pt modelId="{5DB14486-ECCC-49EA-AE1A-6E5A166D1BF6}" type="sibTrans" cxnId="{2ADD4495-18E0-4041-8083-E0722FEE761B}">
      <dgm:prSet/>
      <dgm:spPr/>
      <dgm:t>
        <a:bodyPr/>
        <a:lstStyle/>
        <a:p>
          <a:endParaRPr lang="en-PK"/>
        </a:p>
      </dgm:t>
    </dgm:pt>
    <dgm:pt modelId="{38A9B8DD-D08C-4505-8B26-3A28CE7752F5}">
      <dgm:prSet phldrT="[Text]" custT="1"/>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600" dirty="0"/>
            <a:t>Climate change impact</a:t>
          </a:r>
        </a:p>
      </dgm:t>
    </dgm:pt>
    <dgm:pt modelId="{EAE09B41-6D70-4765-BD73-2AEBD8F51107}" type="parTrans" cxnId="{36D3E3EA-9648-4E2C-8320-56588F808248}">
      <dgm:prSet/>
      <dgm:spPr/>
      <dgm:t>
        <a:bodyPr/>
        <a:lstStyle/>
        <a:p>
          <a:endParaRPr lang="en-PK"/>
        </a:p>
      </dgm:t>
    </dgm:pt>
    <dgm:pt modelId="{894569B0-BFB3-43E4-89B6-02DD318A9F94}" type="sibTrans" cxnId="{36D3E3EA-9648-4E2C-8320-56588F808248}">
      <dgm:prSet/>
      <dgm:spPr/>
      <dgm:t>
        <a:bodyPr/>
        <a:lstStyle/>
        <a:p>
          <a:endParaRPr lang="en-PK"/>
        </a:p>
      </dgm:t>
    </dgm:pt>
    <dgm:pt modelId="{661C4F93-74F6-48A5-A346-05A176A2176E}">
      <dgm:prSet custT="1"/>
      <dgm:spPr/>
      <dgm:t>
        <a:bodyPr/>
        <a:lstStyle/>
        <a:p>
          <a:r>
            <a:rPr lang="en-US" sz="1600" dirty="0"/>
            <a:t>AI Models</a:t>
          </a:r>
          <a:endParaRPr lang="en-PK" sz="1600" dirty="0"/>
        </a:p>
      </dgm:t>
    </dgm:pt>
    <dgm:pt modelId="{A48B05C6-D0C0-4518-9B45-B0E6A32F3835}" type="parTrans" cxnId="{FBF3ECA9-38F7-4CAF-AACA-AD7E6E37B322}">
      <dgm:prSet/>
      <dgm:spPr/>
      <dgm:t>
        <a:bodyPr/>
        <a:lstStyle/>
        <a:p>
          <a:endParaRPr lang="en-PK"/>
        </a:p>
      </dgm:t>
    </dgm:pt>
    <dgm:pt modelId="{035BB145-C4BD-4864-B90D-290EC2F93991}" type="sibTrans" cxnId="{FBF3ECA9-38F7-4CAF-AACA-AD7E6E37B322}">
      <dgm:prSet/>
      <dgm:spPr/>
      <dgm:t>
        <a:bodyPr/>
        <a:lstStyle/>
        <a:p>
          <a:endParaRPr lang="en-PK"/>
        </a:p>
      </dgm:t>
    </dgm:pt>
    <dgm:pt modelId="{4EA2FAC8-9C4C-4D77-929B-B3680223261D}">
      <dgm:prSet phldrT="[Text]" custT="1"/>
      <dgm:spPr/>
      <dgm:t>
        <a:bodyPr/>
        <a:lstStyle/>
        <a:p>
          <a:r>
            <a:rPr lang="en-US" sz="1600" dirty="0"/>
            <a:t>Ground  Data</a:t>
          </a:r>
        </a:p>
      </dgm:t>
    </dgm:pt>
    <dgm:pt modelId="{389E8DED-9313-4A9D-B9A4-AF58D34DB7F4}" type="parTrans" cxnId="{FD7C8125-A643-4D81-8ED3-177A9446ED22}">
      <dgm:prSet/>
      <dgm:spPr/>
      <dgm:t>
        <a:bodyPr/>
        <a:lstStyle/>
        <a:p>
          <a:endParaRPr lang="en-PK"/>
        </a:p>
      </dgm:t>
    </dgm:pt>
    <dgm:pt modelId="{7FAF4D27-63A0-4640-8DF6-A90F1929CB75}" type="sibTrans" cxnId="{FD7C8125-A643-4D81-8ED3-177A9446ED22}">
      <dgm:prSet/>
      <dgm:spPr/>
      <dgm:t>
        <a:bodyPr/>
        <a:lstStyle/>
        <a:p>
          <a:endParaRPr lang="en-PK"/>
        </a:p>
      </dgm:t>
    </dgm:pt>
    <dgm:pt modelId="{ABD04404-1592-4DCD-AD3B-EF77662A028D}" type="pres">
      <dgm:prSet presAssocID="{9952B490-6B2D-4F42-A5C3-E1B7AF9B413A}" presName="Name0" presStyleCnt="0">
        <dgm:presLayoutVars>
          <dgm:dir/>
          <dgm:resizeHandles val="exact"/>
        </dgm:presLayoutVars>
      </dgm:prSet>
      <dgm:spPr/>
    </dgm:pt>
    <dgm:pt modelId="{87E81F8E-3EBC-452E-B129-7ECC99D12AAE}" type="pres">
      <dgm:prSet presAssocID="{CAE62483-8C92-4E56-95CB-B0D839FE3422}" presName="composite" presStyleCnt="0"/>
      <dgm:spPr/>
    </dgm:pt>
    <dgm:pt modelId="{E7247ABC-47FB-441F-8023-BB7D48B14862}" type="pres">
      <dgm:prSet presAssocID="{CAE62483-8C92-4E56-95CB-B0D839FE3422}" presName="imagSh" presStyleLbl="bgImgPlace1" presStyleIdx="0" presStyleCnt="5" custScaleX="202783" custScaleY="131416" custLinFactNeighborX="41130" custLinFactNeighborY="-33737"/>
      <dgm:spPr>
        <a:blipFill>
          <a:blip xmlns:r="http://schemas.openxmlformats.org/officeDocument/2006/relationships" r:embed="rId1">
            <a:extLst>
              <a:ext uri="{28A0092B-C50C-407E-A947-70E740481C1C}">
                <a14:useLocalDpi xmlns:a14="http://schemas.microsoft.com/office/drawing/2010/main" val="0"/>
              </a:ext>
            </a:extLst>
          </a:blip>
          <a:srcRect/>
          <a:stretch>
            <a:fillRect l="-24000" r="-24000"/>
          </a:stretch>
        </a:blipFill>
      </dgm:spPr>
    </dgm:pt>
    <dgm:pt modelId="{191CC61B-3C0C-48F0-BED1-CA82C9ACA288}" type="pres">
      <dgm:prSet presAssocID="{CAE62483-8C92-4E56-95CB-B0D839FE3422}" presName="txNode" presStyleLbl="node1" presStyleIdx="0" presStyleCnt="5" custScaleX="268108" custScaleY="135619" custLinFactNeighborX="14519" custLinFactNeighborY="12741">
        <dgm:presLayoutVars>
          <dgm:bulletEnabled val="1"/>
        </dgm:presLayoutVars>
      </dgm:prSet>
      <dgm:spPr/>
    </dgm:pt>
    <dgm:pt modelId="{A22A3421-647E-4447-8939-4EBAA74E57F0}" type="pres">
      <dgm:prSet presAssocID="{959126B0-1E95-46AC-8AF9-0E27A005D96B}" presName="sibTrans" presStyleLbl="sibTrans2D1" presStyleIdx="0" presStyleCnt="4"/>
      <dgm:spPr/>
    </dgm:pt>
    <dgm:pt modelId="{2A39B0C5-2332-4564-8EC9-3239BD569009}" type="pres">
      <dgm:prSet presAssocID="{959126B0-1E95-46AC-8AF9-0E27A005D96B}" presName="connTx" presStyleLbl="sibTrans2D1" presStyleIdx="0" presStyleCnt="4"/>
      <dgm:spPr/>
    </dgm:pt>
    <dgm:pt modelId="{1DA529DB-F5D7-4D77-8D9D-43CE8BB3983B}" type="pres">
      <dgm:prSet presAssocID="{85BFA5E1-387C-49C7-AF84-09E43374BF99}" presName="composite" presStyleCnt="0"/>
      <dgm:spPr/>
    </dgm:pt>
    <dgm:pt modelId="{26FEAF79-B4A5-43DC-845E-4B21C43869FB}" type="pres">
      <dgm:prSet presAssocID="{85BFA5E1-387C-49C7-AF84-09E43374BF99}" presName="imagSh" presStyleLbl="bgImgPlace1" presStyleIdx="1" presStyleCnt="5" custScaleX="185514" custScaleY="119607" custLinFactNeighborX="13985" custLinFactNeighborY="-42067"/>
      <dgm:spPr>
        <a:blipFill>
          <a:blip xmlns:r="http://schemas.openxmlformats.org/officeDocument/2006/relationships" r:embed="rId2">
            <a:extLst>
              <a:ext uri="{28A0092B-C50C-407E-A947-70E740481C1C}">
                <a14:useLocalDpi xmlns:a14="http://schemas.microsoft.com/office/drawing/2010/main" val="0"/>
              </a:ext>
            </a:extLst>
          </a:blip>
          <a:srcRect/>
          <a:stretch>
            <a:fillRect l="-31000" r="-31000"/>
          </a:stretch>
        </a:blipFill>
      </dgm:spPr>
    </dgm:pt>
    <dgm:pt modelId="{FB6D20D5-6540-4054-8706-A9A06ED08866}" type="pres">
      <dgm:prSet presAssocID="{85BFA5E1-387C-49C7-AF84-09E43374BF99}" presName="txNode" presStyleLbl="node1" presStyleIdx="1" presStyleCnt="5" custScaleX="305289" custScaleY="187353" custLinFactNeighborY="30873">
        <dgm:presLayoutVars>
          <dgm:bulletEnabled val="1"/>
        </dgm:presLayoutVars>
      </dgm:prSet>
      <dgm:spPr/>
    </dgm:pt>
    <dgm:pt modelId="{C396FCBE-7A25-40C5-AEBA-BB48562F7464}" type="pres">
      <dgm:prSet presAssocID="{A1F36F04-ACD7-4EAF-A765-C69D39B0DFBD}" presName="sibTrans" presStyleLbl="sibTrans2D1" presStyleIdx="1" presStyleCnt="4"/>
      <dgm:spPr/>
    </dgm:pt>
    <dgm:pt modelId="{892CDFC4-EF16-401A-A567-50F6B18101F3}" type="pres">
      <dgm:prSet presAssocID="{A1F36F04-ACD7-4EAF-A765-C69D39B0DFBD}" presName="connTx" presStyleLbl="sibTrans2D1" presStyleIdx="1" presStyleCnt="4"/>
      <dgm:spPr/>
    </dgm:pt>
    <dgm:pt modelId="{A25B3DD3-AC43-4690-B9D5-ED489EA9F35E}" type="pres">
      <dgm:prSet presAssocID="{ABC3E407-56D5-4713-8C79-6E6355583DF2}" presName="composite" presStyleCnt="0"/>
      <dgm:spPr/>
    </dgm:pt>
    <dgm:pt modelId="{AEACCEF8-619B-49BB-8F1C-12EAD0F0D218}" type="pres">
      <dgm:prSet presAssocID="{ABC3E407-56D5-4713-8C79-6E6355583DF2}" presName="imagSh" presStyleLbl="bgImgPlace1" presStyleIdx="2" presStyleCnt="5" custScaleX="208342" custScaleY="105957" custLinFactNeighborX="6743" custLinFactNeighborY="-84727"/>
      <dgm:spPr>
        <a:blipFill>
          <a:blip xmlns:r="http://schemas.openxmlformats.org/officeDocument/2006/relationships" r:embed="rId3">
            <a:extLst>
              <a:ext uri="{28A0092B-C50C-407E-A947-70E740481C1C}">
                <a14:useLocalDpi xmlns:a14="http://schemas.microsoft.com/office/drawing/2010/main" val="0"/>
              </a:ext>
            </a:extLst>
          </a:blip>
          <a:srcRect/>
          <a:stretch>
            <a:fillRect l="-20000" r="-20000"/>
          </a:stretch>
        </a:blipFill>
      </dgm:spPr>
    </dgm:pt>
    <dgm:pt modelId="{012047D4-B552-4EE0-BBB9-ADFAAA058CC5}" type="pres">
      <dgm:prSet presAssocID="{ABC3E407-56D5-4713-8C79-6E6355583DF2}" presName="txNode" presStyleLbl="node1" presStyleIdx="2" presStyleCnt="5" custScaleX="290117" custScaleY="271280" custLinFactNeighborX="-526" custLinFactNeighborY="21858">
        <dgm:presLayoutVars>
          <dgm:bulletEnabled val="1"/>
        </dgm:presLayoutVars>
      </dgm:prSet>
      <dgm:spPr/>
    </dgm:pt>
    <dgm:pt modelId="{352D769E-71B6-44C7-84D4-1DB67A397C05}" type="pres">
      <dgm:prSet presAssocID="{CD5614E8-C849-4A83-B996-BF65000B6CD4}" presName="sibTrans" presStyleLbl="sibTrans2D1" presStyleIdx="2" presStyleCnt="4"/>
      <dgm:spPr/>
    </dgm:pt>
    <dgm:pt modelId="{5B87E46D-B9BB-4A7C-9BD2-B26AC3414A4B}" type="pres">
      <dgm:prSet presAssocID="{CD5614E8-C849-4A83-B996-BF65000B6CD4}" presName="connTx" presStyleLbl="sibTrans2D1" presStyleIdx="2" presStyleCnt="4"/>
      <dgm:spPr/>
    </dgm:pt>
    <dgm:pt modelId="{F843B591-9783-4BE5-960C-028C469E718F}" type="pres">
      <dgm:prSet presAssocID="{8BD8714B-C08E-446F-A659-864B538D7D56}" presName="composite" presStyleCnt="0"/>
      <dgm:spPr/>
    </dgm:pt>
    <dgm:pt modelId="{9468F691-D0D3-4BD3-B6EA-B1A05096826E}" type="pres">
      <dgm:prSet presAssocID="{8BD8714B-C08E-446F-A659-864B538D7D56}" presName="imagSh" presStyleLbl="bgImgPlace1" presStyleIdx="3" presStyleCnt="5" custScaleX="194238" custScaleY="126208" custLinFactNeighborX="7061" custLinFactNeighborY="-26601"/>
      <dgm:spPr>
        <a:blipFill>
          <a:blip xmlns:r="http://schemas.openxmlformats.org/officeDocument/2006/relationships" r:embed="rId4">
            <a:extLst>
              <a:ext uri="{28A0092B-C50C-407E-A947-70E740481C1C}">
                <a14:useLocalDpi xmlns:a14="http://schemas.microsoft.com/office/drawing/2010/main" val="0"/>
              </a:ext>
            </a:extLst>
          </a:blip>
          <a:srcRect/>
          <a:stretch>
            <a:fillRect l="-43000" r="-43000"/>
          </a:stretch>
        </a:blipFill>
      </dgm:spPr>
    </dgm:pt>
    <dgm:pt modelId="{9FFA92EB-FECA-4A4C-8238-A0C68AEA658E}" type="pres">
      <dgm:prSet presAssocID="{8BD8714B-C08E-446F-A659-864B538D7D56}" presName="txNode" presStyleLbl="node1" presStyleIdx="3" presStyleCnt="5" custScaleX="233136" custScaleY="174451" custLinFactNeighborX="2817" custLinFactNeighborY="9367">
        <dgm:presLayoutVars>
          <dgm:bulletEnabled val="1"/>
        </dgm:presLayoutVars>
      </dgm:prSet>
      <dgm:spPr/>
    </dgm:pt>
    <dgm:pt modelId="{B10FC2D5-9B91-4F8A-B20B-6A9279D2A506}" type="pres">
      <dgm:prSet presAssocID="{A012EF36-DE87-4EF8-BCC6-7387A58FCDB8}" presName="sibTrans" presStyleLbl="sibTrans2D1" presStyleIdx="3" presStyleCnt="4"/>
      <dgm:spPr/>
    </dgm:pt>
    <dgm:pt modelId="{A31D1EA4-8BE9-4549-B007-CA088FD4B965}" type="pres">
      <dgm:prSet presAssocID="{A012EF36-DE87-4EF8-BCC6-7387A58FCDB8}" presName="connTx" presStyleLbl="sibTrans2D1" presStyleIdx="3" presStyleCnt="4"/>
      <dgm:spPr/>
    </dgm:pt>
    <dgm:pt modelId="{E1881983-0E25-49D7-A251-80018008A4D4}" type="pres">
      <dgm:prSet presAssocID="{9F91BB66-30FB-4B8D-9277-7AF06611900E}" presName="composite" presStyleCnt="0"/>
      <dgm:spPr/>
    </dgm:pt>
    <dgm:pt modelId="{D28A5AC0-5E7B-4DFA-9ECC-D1F1014D0256}" type="pres">
      <dgm:prSet presAssocID="{9F91BB66-30FB-4B8D-9277-7AF06611900E}" presName="imagSh" presStyleLbl="bgImgPlace1" presStyleIdx="4" presStyleCnt="5" custScaleX="158841" custScaleY="106067" custLinFactNeighborX="22613" custLinFactNeighborY="-62195"/>
      <dgm:spPr>
        <a:blipFill>
          <a:blip xmlns:r="http://schemas.openxmlformats.org/officeDocument/2006/relationships" r:embed="rId5">
            <a:extLst>
              <a:ext uri="{28A0092B-C50C-407E-A947-70E740481C1C}">
                <a14:useLocalDpi xmlns:a14="http://schemas.microsoft.com/office/drawing/2010/main" val="0"/>
              </a:ext>
            </a:extLst>
          </a:blip>
          <a:srcRect/>
          <a:stretch>
            <a:fillRect l="-40000" r="-40000"/>
          </a:stretch>
        </a:blipFill>
      </dgm:spPr>
    </dgm:pt>
    <dgm:pt modelId="{F4EB04E8-E8E9-4903-A838-6EA76ED26EE5}" type="pres">
      <dgm:prSet presAssocID="{9F91BB66-30FB-4B8D-9277-7AF06611900E}" presName="txNode" presStyleLbl="node1" presStyleIdx="4" presStyleCnt="5" custScaleX="254861" custScaleY="211534" custLinFactNeighborX="-8700" custLinFactNeighborY="19207">
        <dgm:presLayoutVars>
          <dgm:bulletEnabled val="1"/>
        </dgm:presLayoutVars>
      </dgm:prSet>
      <dgm:spPr/>
    </dgm:pt>
  </dgm:ptLst>
  <dgm:cxnLst>
    <dgm:cxn modelId="{6E049706-F89F-41F1-9C5F-91A9647B9150}" type="presOf" srcId="{85BFA5E1-387C-49C7-AF84-09E43374BF99}" destId="{FB6D20D5-6540-4054-8706-A9A06ED08866}" srcOrd="0" destOrd="0" presId="urn:microsoft.com/office/officeart/2005/8/layout/hProcess10"/>
    <dgm:cxn modelId="{6C985513-C0EF-4E43-865C-E807D9E67C25}" type="presOf" srcId="{661C4F93-74F6-48A5-A346-05A176A2176E}" destId="{FB6D20D5-6540-4054-8706-A9A06ED08866}" srcOrd="0" destOrd="4" presId="urn:microsoft.com/office/officeart/2005/8/layout/hProcess10"/>
    <dgm:cxn modelId="{6A14E515-7C15-4291-AACE-BB5AD6243317}" type="presOf" srcId="{959126B0-1E95-46AC-8AF9-0E27A005D96B}" destId="{2A39B0C5-2332-4564-8EC9-3239BD569009}" srcOrd="1" destOrd="0" presId="urn:microsoft.com/office/officeart/2005/8/layout/hProcess10"/>
    <dgm:cxn modelId="{A3196324-D9E1-4321-8D01-66B053147924}" type="presOf" srcId="{B530D36F-077B-467A-9773-02DD8802A1EC}" destId="{FB6D20D5-6540-4054-8706-A9A06ED08866}" srcOrd="0" destOrd="1" presId="urn:microsoft.com/office/officeart/2005/8/layout/hProcess10"/>
    <dgm:cxn modelId="{FD7C8125-A643-4D81-8ED3-177A9446ED22}" srcId="{CAE62483-8C92-4E56-95CB-B0D839FE3422}" destId="{4EA2FAC8-9C4C-4D77-929B-B3680223261D}" srcOrd="1" destOrd="0" parTransId="{389E8DED-9313-4A9D-B9A4-AF58D34DB7F4}" sibTransId="{7FAF4D27-63A0-4640-8DF6-A90F1929CB75}"/>
    <dgm:cxn modelId="{8593EF2A-EE23-4526-9DB1-9CCD81312E31}" type="presOf" srcId="{CD5614E8-C849-4A83-B996-BF65000B6CD4}" destId="{352D769E-71B6-44C7-84D4-1DB67A397C05}" srcOrd="0" destOrd="0" presId="urn:microsoft.com/office/officeart/2005/8/layout/hProcess10"/>
    <dgm:cxn modelId="{47303E2F-9BFF-4A1E-A786-C92A1A5E71F3}" type="presOf" srcId="{25C5D412-89F7-489B-A761-FF424A6BE609}" destId="{012047D4-B552-4EE0-BBB9-ADFAAA058CC5}" srcOrd="0" destOrd="2" presId="urn:microsoft.com/office/officeart/2005/8/layout/hProcess10"/>
    <dgm:cxn modelId="{45426E33-6F86-4199-ADB4-DFD8E5DC3FA3}" type="presOf" srcId="{CD5614E8-C849-4A83-B996-BF65000B6CD4}" destId="{5B87E46D-B9BB-4A7C-9BD2-B26AC3414A4B}" srcOrd="1" destOrd="0" presId="urn:microsoft.com/office/officeart/2005/8/layout/hProcess10"/>
    <dgm:cxn modelId="{D6D21B36-648D-4036-8184-4C6441552979}" srcId="{9952B490-6B2D-4F42-A5C3-E1B7AF9B413A}" destId="{9F91BB66-30FB-4B8D-9277-7AF06611900E}" srcOrd="4" destOrd="0" parTransId="{5C2581F5-60BB-4E36-86B9-38B5F5EE9CE7}" sibTransId="{6A1D21FF-CCC1-4CC0-98B6-978D9486FF15}"/>
    <dgm:cxn modelId="{4C7E033F-EA96-4F42-A70A-275AA07A9858}" srcId="{85BFA5E1-387C-49C7-AF84-09E43374BF99}" destId="{B530D36F-077B-467A-9773-02DD8802A1EC}" srcOrd="0" destOrd="0" parTransId="{6A59D043-0A5A-4065-8B98-282190D011B8}" sibTransId="{A4E79E85-9237-41EE-84C3-44F571E20EE6}"/>
    <dgm:cxn modelId="{8078BE5D-7C52-4DD2-BD6E-4A69B007EF1F}" srcId="{85BFA5E1-387C-49C7-AF84-09E43374BF99}" destId="{1A9AF7E2-7463-4991-A1D1-00BC2C9D51B8}" srcOrd="2" destOrd="0" parTransId="{0D4E9EB0-6D53-4FCD-8E95-71436B6B0B6C}" sibTransId="{C1619DCC-53A2-48D8-92D9-FE8E10DA6C6D}"/>
    <dgm:cxn modelId="{C18B1C41-7D2D-458C-8EBE-692B33EF5C94}" type="presOf" srcId="{38A9B8DD-D08C-4505-8B26-3A28CE7752F5}" destId="{012047D4-B552-4EE0-BBB9-ADFAAA058CC5}" srcOrd="0" destOrd="3" presId="urn:microsoft.com/office/officeart/2005/8/layout/hProcess10"/>
    <dgm:cxn modelId="{C59C8042-9EC2-440D-A659-8265F5CA9AD7}" type="presOf" srcId="{4EA2FAC8-9C4C-4D77-929B-B3680223261D}" destId="{191CC61B-3C0C-48F0-BED1-CA82C9ACA288}" srcOrd="0" destOrd="2" presId="urn:microsoft.com/office/officeart/2005/8/layout/hProcess10"/>
    <dgm:cxn modelId="{D41EF743-02EA-4C12-AB69-6FD9956F3D67}" srcId="{9952B490-6B2D-4F42-A5C3-E1B7AF9B413A}" destId="{85BFA5E1-387C-49C7-AF84-09E43374BF99}" srcOrd="1" destOrd="0" parTransId="{BB68E3E7-E5CF-4816-98A8-823D5FD5FD2B}" sibTransId="{A1F36F04-ACD7-4EAF-A765-C69D39B0DFBD}"/>
    <dgm:cxn modelId="{0687EB4D-0103-4CFA-9EFB-5FF58C506139}" type="presOf" srcId="{4A84ED30-D3BB-45D7-A210-44B72E51F535}" destId="{FB6D20D5-6540-4054-8706-A9A06ED08866}" srcOrd="0" destOrd="5" presId="urn:microsoft.com/office/officeart/2005/8/layout/hProcess10"/>
    <dgm:cxn modelId="{A15DBD73-F5A7-4661-B9A9-C3C8B62DDAD4}" srcId="{9952B490-6B2D-4F42-A5C3-E1B7AF9B413A}" destId="{8BD8714B-C08E-446F-A659-864B538D7D56}" srcOrd="3" destOrd="0" parTransId="{6EF005A2-6E40-4A0C-81EB-015CEA813DEA}" sibTransId="{A012EF36-DE87-4EF8-BCC6-7387A58FCDB8}"/>
    <dgm:cxn modelId="{1CA58955-5E26-43DA-B29B-9C2EB122B7FB}" type="presOf" srcId="{9952B490-6B2D-4F42-A5C3-E1B7AF9B413A}" destId="{ABD04404-1592-4DCD-AD3B-EF77662A028D}" srcOrd="0" destOrd="0" presId="urn:microsoft.com/office/officeart/2005/8/layout/hProcess10"/>
    <dgm:cxn modelId="{E2886A56-079B-4280-8AC9-057A4AD94A01}" type="presOf" srcId="{1978996F-8B27-4225-8C0A-4D1968582652}" destId="{191CC61B-3C0C-48F0-BED1-CA82C9ACA288}" srcOrd="0" destOrd="1" presId="urn:microsoft.com/office/officeart/2005/8/layout/hProcess10"/>
    <dgm:cxn modelId="{B3DC3378-90F5-461B-96BF-04812B672C95}" type="presOf" srcId="{8BD8714B-C08E-446F-A659-864B538D7D56}" destId="{9FFA92EB-FECA-4A4C-8238-A0C68AEA658E}" srcOrd="0" destOrd="0" presId="urn:microsoft.com/office/officeart/2005/8/layout/hProcess10"/>
    <dgm:cxn modelId="{A9646685-4464-4F47-B281-B0C0367D04A4}" srcId="{CAE62483-8C92-4E56-95CB-B0D839FE3422}" destId="{1978996F-8B27-4225-8C0A-4D1968582652}" srcOrd="0" destOrd="0" parTransId="{086F7447-AB8F-48A7-B631-1BFFDDFE6C9E}" sibTransId="{03343724-CEBB-475C-AF88-930152C3D771}"/>
    <dgm:cxn modelId="{B7C1B086-AC59-4167-B108-4CC9E1C3B035}" type="presOf" srcId="{6BABC86D-0334-4DB4-B3ED-687EB69DA36D}" destId="{012047D4-B552-4EE0-BBB9-ADFAAA058CC5}" srcOrd="0" destOrd="1" presId="urn:microsoft.com/office/officeart/2005/8/layout/hProcess10"/>
    <dgm:cxn modelId="{2F464792-3281-4C4E-A3F5-F9B94575AC99}" type="presOf" srcId="{A1F36F04-ACD7-4EAF-A765-C69D39B0DFBD}" destId="{C396FCBE-7A25-40C5-AEBA-BB48562F7464}" srcOrd="0" destOrd="0" presId="urn:microsoft.com/office/officeart/2005/8/layout/hProcess10"/>
    <dgm:cxn modelId="{2ADD4495-18E0-4041-8083-E0722FEE761B}" srcId="{ABC3E407-56D5-4713-8C79-6E6355583DF2}" destId="{25C5D412-89F7-489B-A761-FF424A6BE609}" srcOrd="1" destOrd="0" parTransId="{F4F9CC66-6BDA-4F98-A6C6-E04CA778CDCD}" sibTransId="{5DB14486-ECCC-49EA-AE1A-6E5A166D1BF6}"/>
    <dgm:cxn modelId="{277B0D96-B0E5-4AAF-86D8-EA1AAC7EDF30}" type="presOf" srcId="{9F91BB66-30FB-4B8D-9277-7AF06611900E}" destId="{F4EB04E8-E8E9-4903-A838-6EA76ED26EE5}" srcOrd="0" destOrd="0" presId="urn:microsoft.com/office/officeart/2005/8/layout/hProcess10"/>
    <dgm:cxn modelId="{FBF3ECA9-38F7-4CAF-AACA-AD7E6E37B322}" srcId="{85BFA5E1-387C-49C7-AF84-09E43374BF99}" destId="{661C4F93-74F6-48A5-A346-05A176A2176E}" srcOrd="3" destOrd="0" parTransId="{A48B05C6-D0C0-4518-9B45-B0E6A32F3835}" sibTransId="{035BB145-C4BD-4864-B90D-290EC2F93991}"/>
    <dgm:cxn modelId="{6B5071B0-8A62-46C1-A055-F3249ADCB844}" type="presOf" srcId="{6798F175-0681-4A62-BC2F-DB07E72F641B}" destId="{FB6D20D5-6540-4054-8706-A9A06ED08866}" srcOrd="0" destOrd="2" presId="urn:microsoft.com/office/officeart/2005/8/layout/hProcess10"/>
    <dgm:cxn modelId="{FCD17CB8-0683-4C57-8144-BE0D55808C2B}" type="presOf" srcId="{959126B0-1E95-46AC-8AF9-0E27A005D96B}" destId="{A22A3421-647E-4447-8939-4EBAA74E57F0}" srcOrd="0" destOrd="0" presId="urn:microsoft.com/office/officeart/2005/8/layout/hProcess10"/>
    <dgm:cxn modelId="{FD861AC7-4C9F-4C33-85D9-A8DB1FA5DDB6}" type="presOf" srcId="{ABC3E407-56D5-4713-8C79-6E6355583DF2}" destId="{012047D4-B552-4EE0-BBB9-ADFAAA058CC5}" srcOrd="0" destOrd="0" presId="urn:microsoft.com/office/officeart/2005/8/layout/hProcess10"/>
    <dgm:cxn modelId="{90F140C8-11FD-47D5-B71E-02846F51BF92}" type="presOf" srcId="{CAE62483-8C92-4E56-95CB-B0D839FE3422}" destId="{191CC61B-3C0C-48F0-BED1-CA82C9ACA288}" srcOrd="0" destOrd="0" presId="urn:microsoft.com/office/officeart/2005/8/layout/hProcess10"/>
    <dgm:cxn modelId="{CB5C8AC8-16D4-4CA0-905F-0EA607838D15}" srcId="{85BFA5E1-387C-49C7-AF84-09E43374BF99}" destId="{4A84ED30-D3BB-45D7-A210-44B72E51F535}" srcOrd="4" destOrd="0" parTransId="{1CE65E61-601C-46D3-952B-FDAFB2B0622D}" sibTransId="{DA2E587B-6346-4AB0-82DD-C51BC8B2E4D5}"/>
    <dgm:cxn modelId="{B6BE04D0-7D74-451C-A16C-4CEEEEB42231}" type="presOf" srcId="{1A9AF7E2-7463-4991-A1D1-00BC2C9D51B8}" destId="{FB6D20D5-6540-4054-8706-A9A06ED08866}" srcOrd="0" destOrd="3" presId="urn:microsoft.com/office/officeart/2005/8/layout/hProcess10"/>
    <dgm:cxn modelId="{5EDE62D0-1D18-46F0-8B9F-F51966F38535}" srcId="{9952B490-6B2D-4F42-A5C3-E1B7AF9B413A}" destId="{CAE62483-8C92-4E56-95CB-B0D839FE3422}" srcOrd="0" destOrd="0" parTransId="{98540467-AA8C-4043-9008-A3DB92AAEF35}" sibTransId="{959126B0-1E95-46AC-8AF9-0E27A005D96B}"/>
    <dgm:cxn modelId="{C94626D2-4C54-4E39-B686-7CD699FDD3EA}" srcId="{85BFA5E1-387C-49C7-AF84-09E43374BF99}" destId="{6798F175-0681-4A62-BC2F-DB07E72F641B}" srcOrd="1" destOrd="0" parTransId="{B3CAB0AD-1377-4E27-8172-FC2CDC0CFC4E}" sibTransId="{1A190889-E070-473F-9507-478AF2DCC13C}"/>
    <dgm:cxn modelId="{662EF6D2-7DA2-4B2F-9E49-EFC6EFD86162}" srcId="{9952B490-6B2D-4F42-A5C3-E1B7AF9B413A}" destId="{ABC3E407-56D5-4713-8C79-6E6355583DF2}" srcOrd="2" destOrd="0" parTransId="{08BB7DB7-53E1-4D1E-AEB0-E6E33970FB6D}" sibTransId="{CD5614E8-C849-4A83-B996-BF65000B6CD4}"/>
    <dgm:cxn modelId="{1F842BE3-F944-4715-A8A0-D85B91A47F2F}" srcId="{ABC3E407-56D5-4713-8C79-6E6355583DF2}" destId="{6BABC86D-0334-4DB4-B3ED-687EB69DA36D}" srcOrd="0" destOrd="0" parTransId="{BE7AF6C0-A97D-46BD-8FE8-FE9B34991F60}" sibTransId="{AF7102A4-A5C3-45F9-922B-84E92FF6BE38}"/>
    <dgm:cxn modelId="{9600C5E8-2963-47C2-B54E-94EAEED7A24D}" type="presOf" srcId="{A012EF36-DE87-4EF8-BCC6-7387A58FCDB8}" destId="{B10FC2D5-9B91-4F8A-B20B-6A9279D2A506}" srcOrd="0" destOrd="0" presId="urn:microsoft.com/office/officeart/2005/8/layout/hProcess10"/>
    <dgm:cxn modelId="{238698EA-8617-4A4E-88E5-EC4D99E6449F}" type="presOf" srcId="{A012EF36-DE87-4EF8-BCC6-7387A58FCDB8}" destId="{A31D1EA4-8BE9-4549-B007-CA088FD4B965}" srcOrd="1" destOrd="0" presId="urn:microsoft.com/office/officeart/2005/8/layout/hProcess10"/>
    <dgm:cxn modelId="{36D3E3EA-9648-4E2C-8320-56588F808248}" srcId="{ABC3E407-56D5-4713-8C79-6E6355583DF2}" destId="{38A9B8DD-D08C-4505-8B26-3A28CE7752F5}" srcOrd="2" destOrd="0" parTransId="{EAE09B41-6D70-4765-BD73-2AEBD8F51107}" sibTransId="{894569B0-BFB3-43E4-89B6-02DD318A9F94}"/>
    <dgm:cxn modelId="{0F7CC2EF-7F93-4E5E-BDD3-52FF0F929829}" type="presOf" srcId="{A1F36F04-ACD7-4EAF-A765-C69D39B0DFBD}" destId="{892CDFC4-EF16-401A-A567-50F6B18101F3}" srcOrd="1" destOrd="0" presId="urn:microsoft.com/office/officeart/2005/8/layout/hProcess10"/>
    <dgm:cxn modelId="{B364C905-2669-4C15-AABB-2EF985FBD598}" type="presParOf" srcId="{ABD04404-1592-4DCD-AD3B-EF77662A028D}" destId="{87E81F8E-3EBC-452E-B129-7ECC99D12AAE}" srcOrd="0" destOrd="0" presId="urn:microsoft.com/office/officeart/2005/8/layout/hProcess10"/>
    <dgm:cxn modelId="{E527D98B-1CE9-4885-845E-CA69898952C6}" type="presParOf" srcId="{87E81F8E-3EBC-452E-B129-7ECC99D12AAE}" destId="{E7247ABC-47FB-441F-8023-BB7D48B14862}" srcOrd="0" destOrd="0" presId="urn:microsoft.com/office/officeart/2005/8/layout/hProcess10"/>
    <dgm:cxn modelId="{E7F5513B-A00C-4B83-BD4B-9BEE52115363}" type="presParOf" srcId="{87E81F8E-3EBC-452E-B129-7ECC99D12AAE}" destId="{191CC61B-3C0C-48F0-BED1-CA82C9ACA288}" srcOrd="1" destOrd="0" presId="urn:microsoft.com/office/officeart/2005/8/layout/hProcess10"/>
    <dgm:cxn modelId="{9FEFAECE-5A30-460C-805A-47390551E789}" type="presParOf" srcId="{ABD04404-1592-4DCD-AD3B-EF77662A028D}" destId="{A22A3421-647E-4447-8939-4EBAA74E57F0}" srcOrd="1" destOrd="0" presId="urn:microsoft.com/office/officeart/2005/8/layout/hProcess10"/>
    <dgm:cxn modelId="{98C17296-822D-4965-8738-FCE0BBC16B0A}" type="presParOf" srcId="{A22A3421-647E-4447-8939-4EBAA74E57F0}" destId="{2A39B0C5-2332-4564-8EC9-3239BD569009}" srcOrd="0" destOrd="0" presId="urn:microsoft.com/office/officeart/2005/8/layout/hProcess10"/>
    <dgm:cxn modelId="{9A65F032-6DE8-4B07-A9B3-C09F1F4049EF}" type="presParOf" srcId="{ABD04404-1592-4DCD-AD3B-EF77662A028D}" destId="{1DA529DB-F5D7-4D77-8D9D-43CE8BB3983B}" srcOrd="2" destOrd="0" presId="urn:microsoft.com/office/officeart/2005/8/layout/hProcess10"/>
    <dgm:cxn modelId="{CE8DB509-6F80-446B-80DA-3ACEDE21B0C7}" type="presParOf" srcId="{1DA529DB-F5D7-4D77-8D9D-43CE8BB3983B}" destId="{26FEAF79-B4A5-43DC-845E-4B21C43869FB}" srcOrd="0" destOrd="0" presId="urn:microsoft.com/office/officeart/2005/8/layout/hProcess10"/>
    <dgm:cxn modelId="{5A537CDF-D34E-4418-B059-F51F1A39B096}" type="presParOf" srcId="{1DA529DB-F5D7-4D77-8D9D-43CE8BB3983B}" destId="{FB6D20D5-6540-4054-8706-A9A06ED08866}" srcOrd="1" destOrd="0" presId="urn:microsoft.com/office/officeart/2005/8/layout/hProcess10"/>
    <dgm:cxn modelId="{D3DF6533-0535-4EBE-83BB-C63D2EDB4CD1}" type="presParOf" srcId="{ABD04404-1592-4DCD-AD3B-EF77662A028D}" destId="{C396FCBE-7A25-40C5-AEBA-BB48562F7464}" srcOrd="3" destOrd="0" presId="urn:microsoft.com/office/officeart/2005/8/layout/hProcess10"/>
    <dgm:cxn modelId="{82913599-4594-43F4-B71B-9C20994FDF73}" type="presParOf" srcId="{C396FCBE-7A25-40C5-AEBA-BB48562F7464}" destId="{892CDFC4-EF16-401A-A567-50F6B18101F3}" srcOrd="0" destOrd="0" presId="urn:microsoft.com/office/officeart/2005/8/layout/hProcess10"/>
    <dgm:cxn modelId="{FDD33E98-26E5-431E-9C71-046E30668FB6}" type="presParOf" srcId="{ABD04404-1592-4DCD-AD3B-EF77662A028D}" destId="{A25B3DD3-AC43-4690-B9D5-ED489EA9F35E}" srcOrd="4" destOrd="0" presId="urn:microsoft.com/office/officeart/2005/8/layout/hProcess10"/>
    <dgm:cxn modelId="{E55A588B-C08B-4A52-A9FB-2D78D7F2850A}" type="presParOf" srcId="{A25B3DD3-AC43-4690-B9D5-ED489EA9F35E}" destId="{AEACCEF8-619B-49BB-8F1C-12EAD0F0D218}" srcOrd="0" destOrd="0" presId="urn:microsoft.com/office/officeart/2005/8/layout/hProcess10"/>
    <dgm:cxn modelId="{07FECC7B-81FD-4175-95DD-45FF974C4F36}" type="presParOf" srcId="{A25B3DD3-AC43-4690-B9D5-ED489EA9F35E}" destId="{012047D4-B552-4EE0-BBB9-ADFAAA058CC5}" srcOrd="1" destOrd="0" presId="urn:microsoft.com/office/officeart/2005/8/layout/hProcess10"/>
    <dgm:cxn modelId="{46585935-A926-4A72-86A7-7F0457C547DB}" type="presParOf" srcId="{ABD04404-1592-4DCD-AD3B-EF77662A028D}" destId="{352D769E-71B6-44C7-84D4-1DB67A397C05}" srcOrd="5" destOrd="0" presId="urn:microsoft.com/office/officeart/2005/8/layout/hProcess10"/>
    <dgm:cxn modelId="{6F291E87-0AB8-4251-AA4B-69519E9E76B8}" type="presParOf" srcId="{352D769E-71B6-44C7-84D4-1DB67A397C05}" destId="{5B87E46D-B9BB-4A7C-9BD2-B26AC3414A4B}" srcOrd="0" destOrd="0" presId="urn:microsoft.com/office/officeart/2005/8/layout/hProcess10"/>
    <dgm:cxn modelId="{895F6A81-E82B-4A7D-A4A9-1EB54D572F5F}" type="presParOf" srcId="{ABD04404-1592-4DCD-AD3B-EF77662A028D}" destId="{F843B591-9783-4BE5-960C-028C469E718F}" srcOrd="6" destOrd="0" presId="urn:microsoft.com/office/officeart/2005/8/layout/hProcess10"/>
    <dgm:cxn modelId="{A1BB3414-7E92-4CA9-82BF-57448F778FA8}" type="presParOf" srcId="{F843B591-9783-4BE5-960C-028C469E718F}" destId="{9468F691-D0D3-4BD3-B6EA-B1A05096826E}" srcOrd="0" destOrd="0" presId="urn:microsoft.com/office/officeart/2005/8/layout/hProcess10"/>
    <dgm:cxn modelId="{C634B2C6-4D0E-4EAF-ABD1-9FC1CC087523}" type="presParOf" srcId="{F843B591-9783-4BE5-960C-028C469E718F}" destId="{9FFA92EB-FECA-4A4C-8238-A0C68AEA658E}" srcOrd="1" destOrd="0" presId="urn:microsoft.com/office/officeart/2005/8/layout/hProcess10"/>
    <dgm:cxn modelId="{31E768DC-E391-4763-A618-3B426BF73EE3}" type="presParOf" srcId="{ABD04404-1592-4DCD-AD3B-EF77662A028D}" destId="{B10FC2D5-9B91-4F8A-B20B-6A9279D2A506}" srcOrd="7" destOrd="0" presId="urn:microsoft.com/office/officeart/2005/8/layout/hProcess10"/>
    <dgm:cxn modelId="{0EE207AB-0551-4C97-BBE1-283B98142B18}" type="presParOf" srcId="{B10FC2D5-9B91-4F8A-B20B-6A9279D2A506}" destId="{A31D1EA4-8BE9-4549-B007-CA088FD4B965}" srcOrd="0" destOrd="0" presId="urn:microsoft.com/office/officeart/2005/8/layout/hProcess10"/>
    <dgm:cxn modelId="{64ECFCD8-38EF-464B-8F43-56E38F60B9B7}" type="presParOf" srcId="{ABD04404-1592-4DCD-AD3B-EF77662A028D}" destId="{E1881983-0E25-49D7-A251-80018008A4D4}" srcOrd="8" destOrd="0" presId="urn:microsoft.com/office/officeart/2005/8/layout/hProcess10"/>
    <dgm:cxn modelId="{0C548D6F-86FA-457D-95DD-A237E59C85D3}" type="presParOf" srcId="{E1881983-0E25-49D7-A251-80018008A4D4}" destId="{D28A5AC0-5E7B-4DFA-9ECC-D1F1014D0256}" srcOrd="0" destOrd="0" presId="urn:microsoft.com/office/officeart/2005/8/layout/hProcess10"/>
    <dgm:cxn modelId="{B0E878A7-3859-41CA-8481-53F37B600E87}" type="presParOf" srcId="{E1881983-0E25-49D7-A251-80018008A4D4}" destId="{F4EB04E8-E8E9-4903-A838-6EA76ED26EE5}" srcOrd="1" destOrd="0" presId="urn:microsoft.com/office/officeart/2005/8/layout/hProcess10"/>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53C09E-497B-4AFA-84B8-1646E33F3955}" type="doc">
      <dgm:prSet loTypeId="urn:microsoft.com/office/officeart/2008/layout/LinedList" loCatId="list" qsTypeId="urn:microsoft.com/office/officeart/2005/8/quickstyle/simple2" qsCatId="simple" csTypeId="urn:microsoft.com/office/officeart/2005/8/colors/colorful2" csCatId="colorful"/>
      <dgm:spPr/>
      <dgm:t>
        <a:bodyPr/>
        <a:lstStyle/>
        <a:p>
          <a:endParaRPr lang="en-US"/>
        </a:p>
      </dgm:t>
    </dgm:pt>
    <dgm:pt modelId="{0FC7C4EB-0826-4C87-A898-349161B84207}">
      <dgm:prSet/>
      <dgm:spPr/>
      <dgm:t>
        <a:bodyPr/>
        <a:lstStyle/>
        <a:p>
          <a:r>
            <a:rPr lang="en-PK" b="1"/>
            <a:t>Live Hydrograph Feeds:</a:t>
          </a:r>
          <a:r>
            <a:rPr lang="en-PK"/>
            <a:t> Stream tracking charts showing real-time water volume changes.</a:t>
          </a:r>
          <a:endParaRPr lang="en-US"/>
        </a:p>
      </dgm:t>
    </dgm:pt>
    <dgm:pt modelId="{B7408859-6185-4C8D-8ED0-6994477F73F0}" type="parTrans" cxnId="{FF36EF7B-4DB4-4BDB-BF21-FEA63CC93FA7}">
      <dgm:prSet/>
      <dgm:spPr/>
      <dgm:t>
        <a:bodyPr/>
        <a:lstStyle/>
        <a:p>
          <a:endParaRPr lang="en-US"/>
        </a:p>
      </dgm:t>
    </dgm:pt>
    <dgm:pt modelId="{6C4A7C60-8512-4F5A-9632-957A93027AAE}" type="sibTrans" cxnId="{FF36EF7B-4DB4-4BDB-BF21-FEA63CC93FA7}">
      <dgm:prSet/>
      <dgm:spPr/>
      <dgm:t>
        <a:bodyPr/>
        <a:lstStyle/>
        <a:p>
          <a:endParaRPr lang="en-US"/>
        </a:p>
      </dgm:t>
    </dgm:pt>
    <dgm:pt modelId="{380ECB79-5AB2-4AFC-B531-0B189724F9A4}">
      <dgm:prSet/>
      <dgm:spPr/>
      <dgm:t>
        <a:bodyPr/>
        <a:lstStyle/>
        <a:p>
          <a:r>
            <a:rPr lang="en-PK" b="1"/>
            <a:t>River Gauge Indicators:</a:t>
          </a:r>
          <a:r>
            <a:rPr lang="en-PK"/>
            <a:t> Color-coded alert bars changing from green to flashing red.</a:t>
          </a:r>
          <a:endParaRPr lang="en-US"/>
        </a:p>
      </dgm:t>
    </dgm:pt>
    <dgm:pt modelId="{A2462044-2B98-4AE9-989B-DD928CD348E2}" type="parTrans" cxnId="{F1BA13D3-C9B1-4DDA-BFB0-3C134A062F13}">
      <dgm:prSet/>
      <dgm:spPr/>
      <dgm:t>
        <a:bodyPr/>
        <a:lstStyle/>
        <a:p>
          <a:endParaRPr lang="en-US"/>
        </a:p>
      </dgm:t>
    </dgm:pt>
    <dgm:pt modelId="{0E7D9C5C-FAA2-49DD-98CB-C90A6C3BC4F7}" type="sibTrans" cxnId="{F1BA13D3-C9B1-4DDA-BFB0-3C134A062F13}">
      <dgm:prSet/>
      <dgm:spPr/>
      <dgm:t>
        <a:bodyPr/>
        <a:lstStyle/>
        <a:p>
          <a:endParaRPr lang="en-US"/>
        </a:p>
      </dgm:t>
    </dgm:pt>
    <dgm:pt modelId="{29A91550-6366-47AD-8557-60009BD40CDC}">
      <dgm:prSet/>
      <dgm:spPr/>
      <dgm:t>
        <a:bodyPr/>
        <a:lstStyle/>
        <a:p>
          <a:r>
            <a:rPr lang="en-PK" b="1"/>
            <a:t>GIS Inundation Maps:</a:t>
          </a:r>
          <a:r>
            <a:rPr lang="en-PK"/>
            <a:t> Highlighted layout zones indicating active flood boundaries.</a:t>
          </a:r>
          <a:endParaRPr lang="en-US"/>
        </a:p>
      </dgm:t>
    </dgm:pt>
    <dgm:pt modelId="{88F39A1D-9538-4B10-94BA-FABEBEAE5BE6}" type="parTrans" cxnId="{02AC22FA-E1D5-45B9-A0C9-DB3EC30623D9}">
      <dgm:prSet/>
      <dgm:spPr/>
      <dgm:t>
        <a:bodyPr/>
        <a:lstStyle/>
        <a:p>
          <a:endParaRPr lang="en-US"/>
        </a:p>
      </dgm:t>
    </dgm:pt>
    <dgm:pt modelId="{3500077C-486E-495C-B237-957E14C8DBD1}" type="sibTrans" cxnId="{02AC22FA-E1D5-45B9-A0C9-DB3EC30623D9}">
      <dgm:prSet/>
      <dgm:spPr/>
      <dgm:t>
        <a:bodyPr/>
        <a:lstStyle/>
        <a:p>
          <a:endParaRPr lang="en-US"/>
        </a:p>
      </dgm:t>
    </dgm:pt>
    <dgm:pt modelId="{77D53587-3A3B-4933-B63F-A0DB0DB2E5A1}" type="pres">
      <dgm:prSet presAssocID="{A153C09E-497B-4AFA-84B8-1646E33F3955}" presName="vert0" presStyleCnt="0">
        <dgm:presLayoutVars>
          <dgm:dir/>
          <dgm:animOne val="branch"/>
          <dgm:animLvl val="lvl"/>
        </dgm:presLayoutVars>
      </dgm:prSet>
      <dgm:spPr/>
    </dgm:pt>
    <dgm:pt modelId="{A246B075-DFEF-41E8-9A02-4CBE3F8C27D7}" type="pres">
      <dgm:prSet presAssocID="{0FC7C4EB-0826-4C87-A898-349161B84207}" presName="thickLine" presStyleLbl="alignNode1" presStyleIdx="0" presStyleCnt="3"/>
      <dgm:spPr/>
    </dgm:pt>
    <dgm:pt modelId="{64EF2C43-77AA-415A-AB8E-A88D5FEF3CD0}" type="pres">
      <dgm:prSet presAssocID="{0FC7C4EB-0826-4C87-A898-349161B84207}" presName="horz1" presStyleCnt="0"/>
      <dgm:spPr/>
    </dgm:pt>
    <dgm:pt modelId="{DB6D871C-9572-43C7-9B99-8AEC6EF02938}" type="pres">
      <dgm:prSet presAssocID="{0FC7C4EB-0826-4C87-A898-349161B84207}" presName="tx1" presStyleLbl="revTx" presStyleIdx="0" presStyleCnt="3"/>
      <dgm:spPr/>
    </dgm:pt>
    <dgm:pt modelId="{C2A0138F-0A8F-48F7-B1E3-3EA34818D651}" type="pres">
      <dgm:prSet presAssocID="{0FC7C4EB-0826-4C87-A898-349161B84207}" presName="vert1" presStyleCnt="0"/>
      <dgm:spPr/>
    </dgm:pt>
    <dgm:pt modelId="{96C279C0-8331-4D58-B2E8-651DFD387232}" type="pres">
      <dgm:prSet presAssocID="{380ECB79-5AB2-4AFC-B531-0B189724F9A4}" presName="thickLine" presStyleLbl="alignNode1" presStyleIdx="1" presStyleCnt="3"/>
      <dgm:spPr/>
    </dgm:pt>
    <dgm:pt modelId="{F5D4119F-A63C-4CE2-B460-FEE9710F420F}" type="pres">
      <dgm:prSet presAssocID="{380ECB79-5AB2-4AFC-B531-0B189724F9A4}" presName="horz1" presStyleCnt="0"/>
      <dgm:spPr/>
    </dgm:pt>
    <dgm:pt modelId="{EC0ED30F-D6D7-4D36-82EF-3D1031A5CE6D}" type="pres">
      <dgm:prSet presAssocID="{380ECB79-5AB2-4AFC-B531-0B189724F9A4}" presName="tx1" presStyleLbl="revTx" presStyleIdx="1" presStyleCnt="3"/>
      <dgm:spPr/>
    </dgm:pt>
    <dgm:pt modelId="{50E38F36-A1B6-4971-8FE7-7E7C6ACC2DFF}" type="pres">
      <dgm:prSet presAssocID="{380ECB79-5AB2-4AFC-B531-0B189724F9A4}" presName="vert1" presStyleCnt="0"/>
      <dgm:spPr/>
    </dgm:pt>
    <dgm:pt modelId="{E410D57F-7C3E-419C-8DF6-81E272E226DB}" type="pres">
      <dgm:prSet presAssocID="{29A91550-6366-47AD-8557-60009BD40CDC}" presName="thickLine" presStyleLbl="alignNode1" presStyleIdx="2" presStyleCnt="3"/>
      <dgm:spPr/>
    </dgm:pt>
    <dgm:pt modelId="{3DFAFCD4-69F0-49C3-9EC6-EBDAD3814A46}" type="pres">
      <dgm:prSet presAssocID="{29A91550-6366-47AD-8557-60009BD40CDC}" presName="horz1" presStyleCnt="0"/>
      <dgm:spPr/>
    </dgm:pt>
    <dgm:pt modelId="{7584BC0C-A310-485C-95B6-542626CE9318}" type="pres">
      <dgm:prSet presAssocID="{29A91550-6366-47AD-8557-60009BD40CDC}" presName="tx1" presStyleLbl="revTx" presStyleIdx="2" presStyleCnt="3"/>
      <dgm:spPr/>
    </dgm:pt>
    <dgm:pt modelId="{09B78897-3463-47B2-B4C3-7C7CDDDD3013}" type="pres">
      <dgm:prSet presAssocID="{29A91550-6366-47AD-8557-60009BD40CDC}" presName="vert1" presStyleCnt="0"/>
      <dgm:spPr/>
    </dgm:pt>
  </dgm:ptLst>
  <dgm:cxnLst>
    <dgm:cxn modelId="{FF36EF7B-4DB4-4BDB-BF21-FEA63CC93FA7}" srcId="{A153C09E-497B-4AFA-84B8-1646E33F3955}" destId="{0FC7C4EB-0826-4C87-A898-349161B84207}" srcOrd="0" destOrd="0" parTransId="{B7408859-6185-4C8D-8ED0-6994477F73F0}" sibTransId="{6C4A7C60-8512-4F5A-9632-957A93027AAE}"/>
    <dgm:cxn modelId="{F4AAAC83-EA8F-4680-A9DB-807B41F0BDE2}" type="presOf" srcId="{0FC7C4EB-0826-4C87-A898-349161B84207}" destId="{DB6D871C-9572-43C7-9B99-8AEC6EF02938}" srcOrd="0" destOrd="0" presId="urn:microsoft.com/office/officeart/2008/layout/LinedList"/>
    <dgm:cxn modelId="{3373BF9E-A040-411A-B1F2-74E60257D644}" type="presOf" srcId="{380ECB79-5AB2-4AFC-B531-0B189724F9A4}" destId="{EC0ED30F-D6D7-4D36-82EF-3D1031A5CE6D}" srcOrd="0" destOrd="0" presId="urn:microsoft.com/office/officeart/2008/layout/LinedList"/>
    <dgm:cxn modelId="{F1BA13D3-C9B1-4DDA-BFB0-3C134A062F13}" srcId="{A153C09E-497B-4AFA-84B8-1646E33F3955}" destId="{380ECB79-5AB2-4AFC-B531-0B189724F9A4}" srcOrd="1" destOrd="0" parTransId="{A2462044-2B98-4AE9-989B-DD928CD348E2}" sibTransId="{0E7D9C5C-FAA2-49DD-98CB-C90A6C3BC4F7}"/>
    <dgm:cxn modelId="{0F9D33DF-FD7E-479A-952B-C172F2745363}" type="presOf" srcId="{A153C09E-497B-4AFA-84B8-1646E33F3955}" destId="{77D53587-3A3B-4933-B63F-A0DB0DB2E5A1}" srcOrd="0" destOrd="0" presId="urn:microsoft.com/office/officeart/2008/layout/LinedList"/>
    <dgm:cxn modelId="{BE0C4FEB-A16B-450F-AE52-07CE040BD93E}" type="presOf" srcId="{29A91550-6366-47AD-8557-60009BD40CDC}" destId="{7584BC0C-A310-485C-95B6-542626CE9318}" srcOrd="0" destOrd="0" presId="urn:microsoft.com/office/officeart/2008/layout/LinedList"/>
    <dgm:cxn modelId="{02AC22FA-E1D5-45B9-A0C9-DB3EC30623D9}" srcId="{A153C09E-497B-4AFA-84B8-1646E33F3955}" destId="{29A91550-6366-47AD-8557-60009BD40CDC}" srcOrd="2" destOrd="0" parTransId="{88F39A1D-9538-4B10-94BA-FABEBEAE5BE6}" sibTransId="{3500077C-486E-495C-B237-957E14C8DBD1}"/>
    <dgm:cxn modelId="{C2D91335-EE3F-4FF8-820F-92C55C29686A}" type="presParOf" srcId="{77D53587-3A3B-4933-B63F-A0DB0DB2E5A1}" destId="{A246B075-DFEF-41E8-9A02-4CBE3F8C27D7}" srcOrd="0" destOrd="0" presId="urn:microsoft.com/office/officeart/2008/layout/LinedList"/>
    <dgm:cxn modelId="{27603194-1C43-4249-9B1C-E42ED059BB00}" type="presParOf" srcId="{77D53587-3A3B-4933-B63F-A0DB0DB2E5A1}" destId="{64EF2C43-77AA-415A-AB8E-A88D5FEF3CD0}" srcOrd="1" destOrd="0" presId="urn:microsoft.com/office/officeart/2008/layout/LinedList"/>
    <dgm:cxn modelId="{284B0FC5-ADF1-4B7F-B9F3-28D530F33050}" type="presParOf" srcId="{64EF2C43-77AA-415A-AB8E-A88D5FEF3CD0}" destId="{DB6D871C-9572-43C7-9B99-8AEC6EF02938}" srcOrd="0" destOrd="0" presId="urn:microsoft.com/office/officeart/2008/layout/LinedList"/>
    <dgm:cxn modelId="{1E8DF4A0-C9F1-40F8-85CF-C649E0E17934}" type="presParOf" srcId="{64EF2C43-77AA-415A-AB8E-A88D5FEF3CD0}" destId="{C2A0138F-0A8F-48F7-B1E3-3EA34818D651}" srcOrd="1" destOrd="0" presId="urn:microsoft.com/office/officeart/2008/layout/LinedList"/>
    <dgm:cxn modelId="{0BE2E79C-46A4-4B76-9F39-747689110179}" type="presParOf" srcId="{77D53587-3A3B-4933-B63F-A0DB0DB2E5A1}" destId="{96C279C0-8331-4D58-B2E8-651DFD387232}" srcOrd="2" destOrd="0" presId="urn:microsoft.com/office/officeart/2008/layout/LinedList"/>
    <dgm:cxn modelId="{4A813F06-423A-471F-914C-F88D793779CE}" type="presParOf" srcId="{77D53587-3A3B-4933-B63F-A0DB0DB2E5A1}" destId="{F5D4119F-A63C-4CE2-B460-FEE9710F420F}" srcOrd="3" destOrd="0" presId="urn:microsoft.com/office/officeart/2008/layout/LinedList"/>
    <dgm:cxn modelId="{6AEB6E35-3DEF-4C35-A93F-AF1413A100F4}" type="presParOf" srcId="{F5D4119F-A63C-4CE2-B460-FEE9710F420F}" destId="{EC0ED30F-D6D7-4D36-82EF-3D1031A5CE6D}" srcOrd="0" destOrd="0" presId="urn:microsoft.com/office/officeart/2008/layout/LinedList"/>
    <dgm:cxn modelId="{9CB88513-2ECB-4E00-B3DD-31DFBDF5BDCD}" type="presParOf" srcId="{F5D4119F-A63C-4CE2-B460-FEE9710F420F}" destId="{50E38F36-A1B6-4971-8FE7-7E7C6ACC2DFF}" srcOrd="1" destOrd="0" presId="urn:microsoft.com/office/officeart/2008/layout/LinedList"/>
    <dgm:cxn modelId="{0AD46097-0CCF-42D8-AA1C-F33215D5D3B9}" type="presParOf" srcId="{77D53587-3A3B-4933-B63F-A0DB0DB2E5A1}" destId="{E410D57F-7C3E-419C-8DF6-81E272E226DB}" srcOrd="4" destOrd="0" presId="urn:microsoft.com/office/officeart/2008/layout/LinedList"/>
    <dgm:cxn modelId="{EC59B3C4-4143-4BD3-A878-9ACC6E016A77}" type="presParOf" srcId="{77D53587-3A3B-4933-B63F-A0DB0DB2E5A1}" destId="{3DFAFCD4-69F0-49C3-9EC6-EBDAD3814A46}" srcOrd="5" destOrd="0" presId="urn:microsoft.com/office/officeart/2008/layout/LinedList"/>
    <dgm:cxn modelId="{618411AC-850B-4B19-83D0-D97FFC53172A}" type="presParOf" srcId="{3DFAFCD4-69F0-49C3-9EC6-EBDAD3814A46}" destId="{7584BC0C-A310-485C-95B6-542626CE9318}" srcOrd="0" destOrd="0" presId="urn:microsoft.com/office/officeart/2008/layout/LinedList"/>
    <dgm:cxn modelId="{707D73F1-6BC8-4A5F-A47B-B811B64B86BF}" type="presParOf" srcId="{3DFAFCD4-69F0-49C3-9EC6-EBDAD3814A46}" destId="{09B78897-3463-47B2-B4C3-7C7CDDDD301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8D796E1-F5A0-4212-A9D5-CEE0713D4E49}"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D1482FD-FF1D-4E9B-BA97-CB9D344659D5}">
      <dgm:prSet/>
      <dgm:spPr/>
      <dgm:t>
        <a:bodyPr/>
        <a:lstStyle/>
        <a:p>
          <a:r>
            <a:rPr lang="en-PK" b="1"/>
            <a:t>Soil Moisture Mapping:</a:t>
          </a:r>
          <a:r>
            <a:rPr lang="en-PK"/>
            <a:t> High-contrast satellite layouts tracking ground dryness trends.</a:t>
          </a:r>
          <a:endParaRPr lang="en-US"/>
        </a:p>
      </dgm:t>
    </dgm:pt>
    <dgm:pt modelId="{B39D6F8D-75A9-4F3E-8693-FADE98698E21}" type="parTrans" cxnId="{2BEB9C7E-8AC0-4ADC-B86C-1F6B9CCA1E23}">
      <dgm:prSet/>
      <dgm:spPr/>
      <dgm:t>
        <a:bodyPr/>
        <a:lstStyle/>
        <a:p>
          <a:endParaRPr lang="en-US"/>
        </a:p>
      </dgm:t>
    </dgm:pt>
    <dgm:pt modelId="{43B74424-2E22-49BD-B294-BD4AE034A896}" type="sibTrans" cxnId="{2BEB9C7E-8AC0-4ADC-B86C-1F6B9CCA1E23}">
      <dgm:prSet/>
      <dgm:spPr/>
      <dgm:t>
        <a:bodyPr/>
        <a:lstStyle/>
        <a:p>
          <a:endParaRPr lang="en-US"/>
        </a:p>
      </dgm:t>
    </dgm:pt>
    <dgm:pt modelId="{2B2295A6-1E7F-4F07-9A3F-759AECA6770C}">
      <dgm:prSet/>
      <dgm:spPr/>
      <dgm:t>
        <a:bodyPr/>
        <a:lstStyle/>
        <a:p>
          <a:r>
            <a:rPr lang="en-PK" b="1"/>
            <a:t>Vegetation Stress Indices:</a:t>
          </a:r>
          <a:r>
            <a:rPr lang="en-PK"/>
            <a:t> Color gradients charting declining crop health.</a:t>
          </a:r>
          <a:endParaRPr lang="en-US"/>
        </a:p>
      </dgm:t>
    </dgm:pt>
    <dgm:pt modelId="{134ACAC0-6781-455E-A44F-4E1565BF854E}" type="parTrans" cxnId="{B68162DB-60C3-45D6-8628-03DBBA6FA68B}">
      <dgm:prSet/>
      <dgm:spPr/>
      <dgm:t>
        <a:bodyPr/>
        <a:lstStyle/>
        <a:p>
          <a:endParaRPr lang="en-US"/>
        </a:p>
      </dgm:t>
    </dgm:pt>
    <dgm:pt modelId="{8C96A7E3-4AAB-4A40-B4FF-9E68B7AD499B}" type="sibTrans" cxnId="{B68162DB-60C3-45D6-8628-03DBBA6FA68B}">
      <dgm:prSet/>
      <dgm:spPr/>
      <dgm:t>
        <a:bodyPr/>
        <a:lstStyle/>
        <a:p>
          <a:endParaRPr lang="en-US"/>
        </a:p>
      </dgm:t>
    </dgm:pt>
    <dgm:pt modelId="{F3411D2E-30E5-4BE1-A2D1-5EA2F799494F}">
      <dgm:prSet/>
      <dgm:spPr/>
      <dgm:t>
        <a:bodyPr/>
        <a:lstStyle/>
        <a:p>
          <a:r>
            <a:rPr lang="en-PK" b="1"/>
            <a:t>Precipitation Deficit Charts:</a:t>
          </a:r>
          <a:r>
            <a:rPr lang="en-PK"/>
            <a:t> Timeline bar graphs comparing current rainfall against averages.</a:t>
          </a:r>
          <a:endParaRPr lang="en-US"/>
        </a:p>
      </dgm:t>
    </dgm:pt>
    <dgm:pt modelId="{E2254266-8EF0-496B-A957-A02D956C84A8}" type="parTrans" cxnId="{59776F47-5438-423B-A65F-E36EE76A24F9}">
      <dgm:prSet/>
      <dgm:spPr/>
      <dgm:t>
        <a:bodyPr/>
        <a:lstStyle/>
        <a:p>
          <a:endParaRPr lang="en-US"/>
        </a:p>
      </dgm:t>
    </dgm:pt>
    <dgm:pt modelId="{BDAA3D73-2725-463A-867C-A3273ED82C3F}" type="sibTrans" cxnId="{59776F47-5438-423B-A65F-E36EE76A24F9}">
      <dgm:prSet/>
      <dgm:spPr/>
      <dgm:t>
        <a:bodyPr/>
        <a:lstStyle/>
        <a:p>
          <a:endParaRPr lang="en-US"/>
        </a:p>
      </dgm:t>
    </dgm:pt>
    <dgm:pt modelId="{309E35D7-9DE6-4206-A07F-E5C88052BD24}" type="pres">
      <dgm:prSet presAssocID="{58D796E1-F5A0-4212-A9D5-CEE0713D4E49}" presName="root" presStyleCnt="0">
        <dgm:presLayoutVars>
          <dgm:dir/>
          <dgm:resizeHandles val="exact"/>
        </dgm:presLayoutVars>
      </dgm:prSet>
      <dgm:spPr/>
    </dgm:pt>
    <dgm:pt modelId="{DFD9D606-804C-4D92-AD0F-584B40E9F013}" type="pres">
      <dgm:prSet presAssocID="{1D1482FD-FF1D-4E9B-BA97-CB9D344659D5}" presName="compNode" presStyleCnt="0"/>
      <dgm:spPr/>
    </dgm:pt>
    <dgm:pt modelId="{522B219B-F643-4AE0-A7C2-CDC2166CF61E}" type="pres">
      <dgm:prSet presAssocID="{1D1482FD-FF1D-4E9B-BA97-CB9D344659D5}"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atellite"/>
        </a:ext>
      </dgm:extLst>
    </dgm:pt>
    <dgm:pt modelId="{BD355F0B-B770-4B09-BA3E-F2AFE8E50CC3}" type="pres">
      <dgm:prSet presAssocID="{1D1482FD-FF1D-4E9B-BA97-CB9D344659D5}" presName="spaceRect" presStyleCnt="0"/>
      <dgm:spPr/>
    </dgm:pt>
    <dgm:pt modelId="{D86617CC-A034-4F5A-B3D8-83EC2A5D55E9}" type="pres">
      <dgm:prSet presAssocID="{1D1482FD-FF1D-4E9B-BA97-CB9D344659D5}" presName="textRect" presStyleLbl="revTx" presStyleIdx="0" presStyleCnt="3">
        <dgm:presLayoutVars>
          <dgm:chMax val="1"/>
          <dgm:chPref val="1"/>
        </dgm:presLayoutVars>
      </dgm:prSet>
      <dgm:spPr/>
    </dgm:pt>
    <dgm:pt modelId="{09C38CA0-9FAD-4703-9C2E-F00F59DFD5E7}" type="pres">
      <dgm:prSet presAssocID="{43B74424-2E22-49BD-B294-BD4AE034A896}" presName="sibTrans" presStyleCnt="0"/>
      <dgm:spPr/>
    </dgm:pt>
    <dgm:pt modelId="{4C7D1166-2F07-46EE-8321-22975935BFF9}" type="pres">
      <dgm:prSet presAssocID="{2B2295A6-1E7F-4F07-9A3F-759AECA6770C}" presName="compNode" presStyleCnt="0"/>
      <dgm:spPr/>
    </dgm:pt>
    <dgm:pt modelId="{215D0EDE-0EF6-4DA3-9AA8-22E042B99832}" type="pres">
      <dgm:prSet presAssocID="{2B2295A6-1E7F-4F07-9A3F-759AECA6770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ciduous tree"/>
        </a:ext>
      </dgm:extLst>
    </dgm:pt>
    <dgm:pt modelId="{C7545442-F3E6-4FC4-8040-6E3F69C50EB9}" type="pres">
      <dgm:prSet presAssocID="{2B2295A6-1E7F-4F07-9A3F-759AECA6770C}" presName="spaceRect" presStyleCnt="0"/>
      <dgm:spPr/>
    </dgm:pt>
    <dgm:pt modelId="{95DABAA5-66F4-45B3-BEC2-22303299A6FB}" type="pres">
      <dgm:prSet presAssocID="{2B2295A6-1E7F-4F07-9A3F-759AECA6770C}" presName="textRect" presStyleLbl="revTx" presStyleIdx="1" presStyleCnt="3">
        <dgm:presLayoutVars>
          <dgm:chMax val="1"/>
          <dgm:chPref val="1"/>
        </dgm:presLayoutVars>
      </dgm:prSet>
      <dgm:spPr/>
    </dgm:pt>
    <dgm:pt modelId="{33850E2B-45F0-4A38-B87A-EB7BBB7D5204}" type="pres">
      <dgm:prSet presAssocID="{8C96A7E3-4AAB-4A40-B4FF-9E68B7AD499B}" presName="sibTrans" presStyleCnt="0"/>
      <dgm:spPr/>
    </dgm:pt>
    <dgm:pt modelId="{74840924-9E15-4AF9-91C9-BD271887F482}" type="pres">
      <dgm:prSet presAssocID="{F3411D2E-30E5-4BE1-A2D1-5EA2F799494F}" presName="compNode" presStyleCnt="0"/>
      <dgm:spPr/>
    </dgm:pt>
    <dgm:pt modelId="{E7DCFB03-54A9-48A9-9A84-68DED5318136}" type="pres">
      <dgm:prSet presAssocID="{F3411D2E-30E5-4BE1-A2D1-5EA2F799494F}"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ain"/>
        </a:ext>
      </dgm:extLst>
    </dgm:pt>
    <dgm:pt modelId="{313C1502-590C-4D44-8EAF-829220AEFAAE}" type="pres">
      <dgm:prSet presAssocID="{F3411D2E-30E5-4BE1-A2D1-5EA2F799494F}" presName="spaceRect" presStyleCnt="0"/>
      <dgm:spPr/>
    </dgm:pt>
    <dgm:pt modelId="{4832F064-0F86-43FA-BDD9-A230A2F48F8F}" type="pres">
      <dgm:prSet presAssocID="{F3411D2E-30E5-4BE1-A2D1-5EA2F799494F}" presName="textRect" presStyleLbl="revTx" presStyleIdx="2" presStyleCnt="3">
        <dgm:presLayoutVars>
          <dgm:chMax val="1"/>
          <dgm:chPref val="1"/>
        </dgm:presLayoutVars>
      </dgm:prSet>
      <dgm:spPr/>
    </dgm:pt>
  </dgm:ptLst>
  <dgm:cxnLst>
    <dgm:cxn modelId="{5D13D130-62CC-4B15-93EE-72C866C5F960}" type="presOf" srcId="{F3411D2E-30E5-4BE1-A2D1-5EA2F799494F}" destId="{4832F064-0F86-43FA-BDD9-A230A2F48F8F}" srcOrd="0" destOrd="0" presId="urn:microsoft.com/office/officeart/2018/2/layout/IconLabelList"/>
    <dgm:cxn modelId="{7BD37534-6530-4ADD-AF9A-56C48E31F4C4}" type="presOf" srcId="{58D796E1-F5A0-4212-A9D5-CEE0713D4E49}" destId="{309E35D7-9DE6-4206-A07F-E5C88052BD24}" srcOrd="0" destOrd="0" presId="urn:microsoft.com/office/officeart/2018/2/layout/IconLabelList"/>
    <dgm:cxn modelId="{93934540-1CE8-4A60-B1E4-F39567003A26}" type="presOf" srcId="{2B2295A6-1E7F-4F07-9A3F-759AECA6770C}" destId="{95DABAA5-66F4-45B3-BEC2-22303299A6FB}" srcOrd="0" destOrd="0" presId="urn:microsoft.com/office/officeart/2018/2/layout/IconLabelList"/>
    <dgm:cxn modelId="{59776F47-5438-423B-A65F-E36EE76A24F9}" srcId="{58D796E1-F5A0-4212-A9D5-CEE0713D4E49}" destId="{F3411D2E-30E5-4BE1-A2D1-5EA2F799494F}" srcOrd="2" destOrd="0" parTransId="{E2254266-8EF0-496B-A957-A02D956C84A8}" sibTransId="{BDAA3D73-2725-463A-867C-A3273ED82C3F}"/>
    <dgm:cxn modelId="{2BEB9C7E-8AC0-4ADC-B86C-1F6B9CCA1E23}" srcId="{58D796E1-F5A0-4212-A9D5-CEE0713D4E49}" destId="{1D1482FD-FF1D-4E9B-BA97-CB9D344659D5}" srcOrd="0" destOrd="0" parTransId="{B39D6F8D-75A9-4F3E-8693-FADE98698E21}" sibTransId="{43B74424-2E22-49BD-B294-BD4AE034A896}"/>
    <dgm:cxn modelId="{5CC14FCB-6049-4D23-A2B5-B48EE1309010}" type="presOf" srcId="{1D1482FD-FF1D-4E9B-BA97-CB9D344659D5}" destId="{D86617CC-A034-4F5A-B3D8-83EC2A5D55E9}" srcOrd="0" destOrd="0" presId="urn:microsoft.com/office/officeart/2018/2/layout/IconLabelList"/>
    <dgm:cxn modelId="{B68162DB-60C3-45D6-8628-03DBBA6FA68B}" srcId="{58D796E1-F5A0-4212-A9D5-CEE0713D4E49}" destId="{2B2295A6-1E7F-4F07-9A3F-759AECA6770C}" srcOrd="1" destOrd="0" parTransId="{134ACAC0-6781-455E-A44F-4E1565BF854E}" sibTransId="{8C96A7E3-4AAB-4A40-B4FF-9E68B7AD499B}"/>
    <dgm:cxn modelId="{77F5F5B8-A195-44D8-B4BC-6BD1CDB5F427}" type="presParOf" srcId="{309E35D7-9DE6-4206-A07F-E5C88052BD24}" destId="{DFD9D606-804C-4D92-AD0F-584B40E9F013}" srcOrd="0" destOrd="0" presId="urn:microsoft.com/office/officeart/2018/2/layout/IconLabelList"/>
    <dgm:cxn modelId="{888B33D8-5CD7-42DD-954E-19392A1899F4}" type="presParOf" srcId="{DFD9D606-804C-4D92-AD0F-584B40E9F013}" destId="{522B219B-F643-4AE0-A7C2-CDC2166CF61E}" srcOrd="0" destOrd="0" presId="urn:microsoft.com/office/officeart/2018/2/layout/IconLabelList"/>
    <dgm:cxn modelId="{5C64E8FC-7FB4-4A8E-9F23-6B10E28CCBC7}" type="presParOf" srcId="{DFD9D606-804C-4D92-AD0F-584B40E9F013}" destId="{BD355F0B-B770-4B09-BA3E-F2AFE8E50CC3}" srcOrd="1" destOrd="0" presId="urn:microsoft.com/office/officeart/2018/2/layout/IconLabelList"/>
    <dgm:cxn modelId="{96DC62D7-6505-43E2-8D31-55F6CF8062CC}" type="presParOf" srcId="{DFD9D606-804C-4D92-AD0F-584B40E9F013}" destId="{D86617CC-A034-4F5A-B3D8-83EC2A5D55E9}" srcOrd="2" destOrd="0" presId="urn:microsoft.com/office/officeart/2018/2/layout/IconLabelList"/>
    <dgm:cxn modelId="{69772219-5BD5-4431-A3BE-BE2AF96D070C}" type="presParOf" srcId="{309E35D7-9DE6-4206-A07F-E5C88052BD24}" destId="{09C38CA0-9FAD-4703-9C2E-F00F59DFD5E7}" srcOrd="1" destOrd="0" presId="urn:microsoft.com/office/officeart/2018/2/layout/IconLabelList"/>
    <dgm:cxn modelId="{C8A39D0F-96FC-4933-9F57-4BD1E81615AA}" type="presParOf" srcId="{309E35D7-9DE6-4206-A07F-E5C88052BD24}" destId="{4C7D1166-2F07-46EE-8321-22975935BFF9}" srcOrd="2" destOrd="0" presId="urn:microsoft.com/office/officeart/2018/2/layout/IconLabelList"/>
    <dgm:cxn modelId="{AD4D8F50-FA88-4D6B-AE28-FE57AFF6BA85}" type="presParOf" srcId="{4C7D1166-2F07-46EE-8321-22975935BFF9}" destId="{215D0EDE-0EF6-4DA3-9AA8-22E042B99832}" srcOrd="0" destOrd="0" presId="urn:microsoft.com/office/officeart/2018/2/layout/IconLabelList"/>
    <dgm:cxn modelId="{D41EDF5B-73DB-4E21-9613-684572C3E69A}" type="presParOf" srcId="{4C7D1166-2F07-46EE-8321-22975935BFF9}" destId="{C7545442-F3E6-4FC4-8040-6E3F69C50EB9}" srcOrd="1" destOrd="0" presId="urn:microsoft.com/office/officeart/2018/2/layout/IconLabelList"/>
    <dgm:cxn modelId="{C1595624-B215-4170-8A11-8E1803EA1846}" type="presParOf" srcId="{4C7D1166-2F07-46EE-8321-22975935BFF9}" destId="{95DABAA5-66F4-45B3-BEC2-22303299A6FB}" srcOrd="2" destOrd="0" presId="urn:microsoft.com/office/officeart/2018/2/layout/IconLabelList"/>
    <dgm:cxn modelId="{91FE1CDF-29F1-41F3-BBAC-C263C76EE148}" type="presParOf" srcId="{309E35D7-9DE6-4206-A07F-E5C88052BD24}" destId="{33850E2B-45F0-4A38-B87A-EB7BBB7D5204}" srcOrd="3" destOrd="0" presId="urn:microsoft.com/office/officeart/2018/2/layout/IconLabelList"/>
    <dgm:cxn modelId="{B4AA9046-E9B3-454A-BDCA-EE24D0FA4646}" type="presParOf" srcId="{309E35D7-9DE6-4206-A07F-E5C88052BD24}" destId="{74840924-9E15-4AF9-91C9-BD271887F482}" srcOrd="4" destOrd="0" presId="urn:microsoft.com/office/officeart/2018/2/layout/IconLabelList"/>
    <dgm:cxn modelId="{48F5F100-6F23-4A26-B48D-18DB1CF22CFC}" type="presParOf" srcId="{74840924-9E15-4AF9-91C9-BD271887F482}" destId="{E7DCFB03-54A9-48A9-9A84-68DED5318136}" srcOrd="0" destOrd="0" presId="urn:microsoft.com/office/officeart/2018/2/layout/IconLabelList"/>
    <dgm:cxn modelId="{88004235-F3EC-4187-BD49-BA401B37A1C4}" type="presParOf" srcId="{74840924-9E15-4AF9-91C9-BD271887F482}" destId="{313C1502-590C-4D44-8EAF-829220AEFAAE}" srcOrd="1" destOrd="0" presId="urn:microsoft.com/office/officeart/2018/2/layout/IconLabelList"/>
    <dgm:cxn modelId="{71B25785-8A94-4D7B-935A-F00F4030B1C1}" type="presParOf" srcId="{74840924-9E15-4AF9-91C9-BD271887F482}" destId="{4832F064-0F86-43FA-BDD9-A230A2F48F8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58F7C17-5BF6-41B5-8942-B94DC45A04D3}"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BBE2DB90-2382-4D97-B0F8-0111AE165A28}">
      <dgm:prSet/>
      <dgm:spPr/>
      <dgm:t>
        <a:bodyPr/>
        <a:lstStyle/>
        <a:p>
          <a:pPr>
            <a:defRPr cap="all"/>
          </a:pPr>
          <a:r>
            <a:rPr lang="en-PK" b="1"/>
            <a:t>Contamination Heatmaps:</a:t>
          </a:r>
          <a:r>
            <a:rPr lang="en-PK"/>
            <a:t> Visual chemical dispersion models across active reservoirs.</a:t>
          </a:r>
          <a:endParaRPr lang="en-US"/>
        </a:p>
      </dgm:t>
    </dgm:pt>
    <dgm:pt modelId="{350CFCC4-9562-4D1C-930C-9AD27485D34E}" type="parTrans" cxnId="{A3DE9B84-2BE2-402F-9854-C7E8931F5F3D}">
      <dgm:prSet/>
      <dgm:spPr/>
      <dgm:t>
        <a:bodyPr/>
        <a:lstStyle/>
        <a:p>
          <a:endParaRPr lang="en-US"/>
        </a:p>
      </dgm:t>
    </dgm:pt>
    <dgm:pt modelId="{6195483F-F58D-4FCD-8740-C938B04F3DE9}" type="sibTrans" cxnId="{A3DE9B84-2BE2-402F-9854-C7E8931F5F3D}">
      <dgm:prSet/>
      <dgm:spPr/>
      <dgm:t>
        <a:bodyPr/>
        <a:lstStyle/>
        <a:p>
          <a:endParaRPr lang="en-US"/>
        </a:p>
      </dgm:t>
    </dgm:pt>
    <dgm:pt modelId="{BF72E53E-999E-42F0-AA50-AA6758A17F28}">
      <dgm:prSet/>
      <dgm:spPr/>
      <dgm:t>
        <a:bodyPr/>
        <a:lstStyle/>
        <a:p>
          <a:pPr>
            <a:defRPr cap="all"/>
          </a:pPr>
          <a:r>
            <a:rPr lang="en-PK" b="1"/>
            <a:t>KPI Matrix Dashboard:</a:t>
          </a:r>
          <a:r>
            <a:rPr lang="en-PK"/>
            <a:t> Ring meters tracking pH, dissolved oxygen, and turbidity.</a:t>
          </a:r>
          <a:endParaRPr lang="en-US"/>
        </a:p>
      </dgm:t>
    </dgm:pt>
    <dgm:pt modelId="{FF4C5A9D-27D7-46F3-B306-0B8334E21ECE}" type="parTrans" cxnId="{E7E343D4-41A4-44C1-8CD8-165E00C28547}">
      <dgm:prSet/>
      <dgm:spPr/>
      <dgm:t>
        <a:bodyPr/>
        <a:lstStyle/>
        <a:p>
          <a:endParaRPr lang="en-US"/>
        </a:p>
      </dgm:t>
    </dgm:pt>
    <dgm:pt modelId="{1000879D-AC55-4909-B620-B239AE2E4CB4}" type="sibTrans" cxnId="{E7E343D4-41A4-44C1-8CD8-165E00C28547}">
      <dgm:prSet/>
      <dgm:spPr/>
      <dgm:t>
        <a:bodyPr/>
        <a:lstStyle/>
        <a:p>
          <a:endParaRPr lang="en-US"/>
        </a:p>
      </dgm:t>
    </dgm:pt>
    <dgm:pt modelId="{E2FE6C66-D0F6-45EE-AD0D-2889019C1236}">
      <dgm:prSet/>
      <dgm:spPr/>
      <dgm:t>
        <a:bodyPr/>
        <a:lstStyle/>
        <a:p>
          <a:pPr>
            <a:defRPr cap="all"/>
          </a:pPr>
          <a:r>
            <a:rPr lang="en-PK" b="1"/>
            <a:t>Sensor Mesh Grids:</a:t>
          </a:r>
          <a:r>
            <a:rPr lang="en-PK"/>
            <a:t> Node layouts showing placement of live automated sampling sites.</a:t>
          </a:r>
          <a:endParaRPr lang="en-US"/>
        </a:p>
      </dgm:t>
    </dgm:pt>
    <dgm:pt modelId="{17204225-8AD4-4786-98D0-BE3A93562216}" type="parTrans" cxnId="{C583EA84-17DA-4DFF-B6D9-DD554579ECDD}">
      <dgm:prSet/>
      <dgm:spPr/>
      <dgm:t>
        <a:bodyPr/>
        <a:lstStyle/>
        <a:p>
          <a:endParaRPr lang="en-US"/>
        </a:p>
      </dgm:t>
    </dgm:pt>
    <dgm:pt modelId="{2556CCC8-9744-43BA-909F-0D4F8C2DCE67}" type="sibTrans" cxnId="{C583EA84-17DA-4DFF-B6D9-DD554579ECDD}">
      <dgm:prSet/>
      <dgm:spPr/>
      <dgm:t>
        <a:bodyPr/>
        <a:lstStyle/>
        <a:p>
          <a:endParaRPr lang="en-US"/>
        </a:p>
      </dgm:t>
    </dgm:pt>
    <dgm:pt modelId="{207569A7-A3C2-40ED-8C99-5F33AAC8FFD1}" type="pres">
      <dgm:prSet presAssocID="{F58F7C17-5BF6-41B5-8942-B94DC45A04D3}" presName="root" presStyleCnt="0">
        <dgm:presLayoutVars>
          <dgm:dir/>
          <dgm:resizeHandles val="exact"/>
        </dgm:presLayoutVars>
      </dgm:prSet>
      <dgm:spPr/>
    </dgm:pt>
    <dgm:pt modelId="{DA69D4E7-D6C3-40BF-AF86-FF711100E629}" type="pres">
      <dgm:prSet presAssocID="{BBE2DB90-2382-4D97-B0F8-0111AE165A28}" presName="compNode" presStyleCnt="0"/>
      <dgm:spPr/>
    </dgm:pt>
    <dgm:pt modelId="{72349CBB-BA6D-4DB0-9391-673F499FB984}" type="pres">
      <dgm:prSet presAssocID="{BBE2DB90-2382-4D97-B0F8-0111AE165A28}" presName="iconBgRect" presStyleLbl="bgShp" presStyleIdx="0" presStyleCnt="3"/>
      <dgm:spPr/>
    </dgm:pt>
    <dgm:pt modelId="{A7921D0E-A68D-4E23-A085-BA8ED39BE8D5}" type="pres">
      <dgm:prSet presAssocID="{BBE2DB90-2382-4D97-B0F8-0111AE165A28}" presName="iconRect" presStyleLbl="node1" presStyleIdx="0" presStyleCnt="3"/>
      <dgm:spPr>
        <a:ln>
          <a:noFill/>
        </a:ln>
      </dgm:spPr>
    </dgm:pt>
    <dgm:pt modelId="{55119C01-D73D-4DD3-AC1A-42996ECD1CD2}" type="pres">
      <dgm:prSet presAssocID="{BBE2DB90-2382-4D97-B0F8-0111AE165A28}" presName="spaceRect" presStyleCnt="0"/>
      <dgm:spPr/>
    </dgm:pt>
    <dgm:pt modelId="{F67A0562-4D23-4AED-844B-8C4DAB5CC234}" type="pres">
      <dgm:prSet presAssocID="{BBE2DB90-2382-4D97-B0F8-0111AE165A28}" presName="textRect" presStyleLbl="revTx" presStyleIdx="0" presStyleCnt="3">
        <dgm:presLayoutVars>
          <dgm:chMax val="1"/>
          <dgm:chPref val="1"/>
        </dgm:presLayoutVars>
      </dgm:prSet>
      <dgm:spPr/>
    </dgm:pt>
    <dgm:pt modelId="{0DFFA7F2-28A5-4AC2-8A8F-6DD85C412679}" type="pres">
      <dgm:prSet presAssocID="{6195483F-F58D-4FCD-8740-C938B04F3DE9}" presName="sibTrans" presStyleCnt="0"/>
      <dgm:spPr/>
    </dgm:pt>
    <dgm:pt modelId="{B093E1E4-E58E-47E1-8FED-1674841962C4}" type="pres">
      <dgm:prSet presAssocID="{BF72E53E-999E-42F0-AA50-AA6758A17F28}" presName="compNode" presStyleCnt="0"/>
      <dgm:spPr/>
    </dgm:pt>
    <dgm:pt modelId="{AC5D9281-A2B3-49B9-ABE1-9B8CDF518989}" type="pres">
      <dgm:prSet presAssocID="{BF72E53E-999E-42F0-AA50-AA6758A17F28}" presName="iconBgRect" presStyleLbl="bgShp" presStyleIdx="1" presStyleCnt="3"/>
      <dgm:spPr/>
    </dgm:pt>
    <dgm:pt modelId="{4E3C3DB8-A0A5-43C8-91E8-38DACD5E6E25}" type="pres">
      <dgm:prSet presAssocID="{BF72E53E-999E-42F0-AA50-AA6758A17F2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auge"/>
        </a:ext>
      </dgm:extLst>
    </dgm:pt>
    <dgm:pt modelId="{E164B8ED-5E5C-4CAC-87F0-017FD95165B9}" type="pres">
      <dgm:prSet presAssocID="{BF72E53E-999E-42F0-AA50-AA6758A17F28}" presName="spaceRect" presStyleCnt="0"/>
      <dgm:spPr/>
    </dgm:pt>
    <dgm:pt modelId="{2F6BD86C-68C7-46AB-8AF5-EF6A6440F251}" type="pres">
      <dgm:prSet presAssocID="{BF72E53E-999E-42F0-AA50-AA6758A17F28}" presName="textRect" presStyleLbl="revTx" presStyleIdx="1" presStyleCnt="3">
        <dgm:presLayoutVars>
          <dgm:chMax val="1"/>
          <dgm:chPref val="1"/>
        </dgm:presLayoutVars>
      </dgm:prSet>
      <dgm:spPr/>
    </dgm:pt>
    <dgm:pt modelId="{7A00A456-CD03-4CB0-B531-BCC155FBD3F5}" type="pres">
      <dgm:prSet presAssocID="{1000879D-AC55-4909-B620-B239AE2E4CB4}" presName="sibTrans" presStyleCnt="0"/>
      <dgm:spPr/>
    </dgm:pt>
    <dgm:pt modelId="{60CF4CC7-30AC-4FDE-8F04-CCD81CEBA364}" type="pres">
      <dgm:prSet presAssocID="{E2FE6C66-D0F6-45EE-AD0D-2889019C1236}" presName="compNode" presStyleCnt="0"/>
      <dgm:spPr/>
    </dgm:pt>
    <dgm:pt modelId="{759F2D0D-1B2D-4817-8745-8E5533A94A3D}" type="pres">
      <dgm:prSet presAssocID="{E2FE6C66-D0F6-45EE-AD0D-2889019C1236}" presName="iconBgRect" presStyleLbl="bgShp" presStyleIdx="2" presStyleCnt="3"/>
      <dgm:spPr/>
    </dgm:pt>
    <dgm:pt modelId="{EC635BFB-9745-45E3-B16E-7C68AC3D8A20}" type="pres">
      <dgm:prSet presAssocID="{E2FE6C66-D0F6-45EE-AD0D-2889019C1236}"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AFD70989-6D7B-4CB5-B0C4-F040C03F39EB}" type="pres">
      <dgm:prSet presAssocID="{E2FE6C66-D0F6-45EE-AD0D-2889019C1236}" presName="spaceRect" presStyleCnt="0"/>
      <dgm:spPr/>
    </dgm:pt>
    <dgm:pt modelId="{E4999642-159D-49FE-9A78-DFC05221E6B0}" type="pres">
      <dgm:prSet presAssocID="{E2FE6C66-D0F6-45EE-AD0D-2889019C1236}" presName="textRect" presStyleLbl="revTx" presStyleIdx="2" presStyleCnt="3">
        <dgm:presLayoutVars>
          <dgm:chMax val="1"/>
          <dgm:chPref val="1"/>
        </dgm:presLayoutVars>
      </dgm:prSet>
      <dgm:spPr/>
    </dgm:pt>
  </dgm:ptLst>
  <dgm:cxnLst>
    <dgm:cxn modelId="{3961EE0C-2125-4732-B271-29824231DB26}" type="presOf" srcId="{F58F7C17-5BF6-41B5-8942-B94DC45A04D3}" destId="{207569A7-A3C2-40ED-8C99-5F33AAC8FFD1}" srcOrd="0" destOrd="0" presId="urn:microsoft.com/office/officeart/2018/5/layout/IconCircleLabelList"/>
    <dgm:cxn modelId="{9FA3AE46-08BF-4B00-91AA-F2D40F638F34}" type="presOf" srcId="{BBE2DB90-2382-4D97-B0F8-0111AE165A28}" destId="{F67A0562-4D23-4AED-844B-8C4DAB5CC234}" srcOrd="0" destOrd="0" presId="urn:microsoft.com/office/officeart/2018/5/layout/IconCircleLabelList"/>
    <dgm:cxn modelId="{68E81368-5001-402A-B4D4-333779AA11EB}" type="presOf" srcId="{E2FE6C66-D0F6-45EE-AD0D-2889019C1236}" destId="{E4999642-159D-49FE-9A78-DFC05221E6B0}" srcOrd="0" destOrd="0" presId="urn:microsoft.com/office/officeart/2018/5/layout/IconCircleLabelList"/>
    <dgm:cxn modelId="{A3DE9B84-2BE2-402F-9854-C7E8931F5F3D}" srcId="{F58F7C17-5BF6-41B5-8942-B94DC45A04D3}" destId="{BBE2DB90-2382-4D97-B0F8-0111AE165A28}" srcOrd="0" destOrd="0" parTransId="{350CFCC4-9562-4D1C-930C-9AD27485D34E}" sibTransId="{6195483F-F58D-4FCD-8740-C938B04F3DE9}"/>
    <dgm:cxn modelId="{C583EA84-17DA-4DFF-B6D9-DD554579ECDD}" srcId="{F58F7C17-5BF6-41B5-8942-B94DC45A04D3}" destId="{E2FE6C66-D0F6-45EE-AD0D-2889019C1236}" srcOrd="2" destOrd="0" parTransId="{17204225-8AD4-4786-98D0-BE3A93562216}" sibTransId="{2556CCC8-9744-43BA-909F-0D4F8C2DCE67}"/>
    <dgm:cxn modelId="{AE2E2DBC-60CD-4438-A56D-F35B34CAE04C}" type="presOf" srcId="{BF72E53E-999E-42F0-AA50-AA6758A17F28}" destId="{2F6BD86C-68C7-46AB-8AF5-EF6A6440F251}" srcOrd="0" destOrd="0" presId="urn:microsoft.com/office/officeart/2018/5/layout/IconCircleLabelList"/>
    <dgm:cxn modelId="{E7E343D4-41A4-44C1-8CD8-165E00C28547}" srcId="{F58F7C17-5BF6-41B5-8942-B94DC45A04D3}" destId="{BF72E53E-999E-42F0-AA50-AA6758A17F28}" srcOrd="1" destOrd="0" parTransId="{FF4C5A9D-27D7-46F3-B306-0B8334E21ECE}" sibTransId="{1000879D-AC55-4909-B620-B239AE2E4CB4}"/>
    <dgm:cxn modelId="{8AC32FFD-7555-4D84-83C3-ECA1400BF148}" type="presParOf" srcId="{207569A7-A3C2-40ED-8C99-5F33AAC8FFD1}" destId="{DA69D4E7-D6C3-40BF-AF86-FF711100E629}" srcOrd="0" destOrd="0" presId="urn:microsoft.com/office/officeart/2018/5/layout/IconCircleLabelList"/>
    <dgm:cxn modelId="{3DCF8487-E081-4BFC-80FC-E3F278679671}" type="presParOf" srcId="{DA69D4E7-D6C3-40BF-AF86-FF711100E629}" destId="{72349CBB-BA6D-4DB0-9391-673F499FB984}" srcOrd="0" destOrd="0" presId="urn:microsoft.com/office/officeart/2018/5/layout/IconCircleLabelList"/>
    <dgm:cxn modelId="{D5AF24DA-8030-49FB-A4FA-1FF1C4B27106}" type="presParOf" srcId="{DA69D4E7-D6C3-40BF-AF86-FF711100E629}" destId="{A7921D0E-A68D-4E23-A085-BA8ED39BE8D5}" srcOrd="1" destOrd="0" presId="urn:microsoft.com/office/officeart/2018/5/layout/IconCircleLabelList"/>
    <dgm:cxn modelId="{E07CA703-6FE9-46A4-8FE3-7D6DEF8B2F64}" type="presParOf" srcId="{DA69D4E7-D6C3-40BF-AF86-FF711100E629}" destId="{55119C01-D73D-4DD3-AC1A-42996ECD1CD2}" srcOrd="2" destOrd="0" presId="urn:microsoft.com/office/officeart/2018/5/layout/IconCircleLabelList"/>
    <dgm:cxn modelId="{13B0C6F6-527B-4FCE-9EB5-F95EA6A5A127}" type="presParOf" srcId="{DA69D4E7-D6C3-40BF-AF86-FF711100E629}" destId="{F67A0562-4D23-4AED-844B-8C4DAB5CC234}" srcOrd="3" destOrd="0" presId="urn:microsoft.com/office/officeart/2018/5/layout/IconCircleLabelList"/>
    <dgm:cxn modelId="{6148282D-A607-4E1A-B761-1F27AF03EB3A}" type="presParOf" srcId="{207569A7-A3C2-40ED-8C99-5F33AAC8FFD1}" destId="{0DFFA7F2-28A5-4AC2-8A8F-6DD85C412679}" srcOrd="1" destOrd="0" presId="urn:microsoft.com/office/officeart/2018/5/layout/IconCircleLabelList"/>
    <dgm:cxn modelId="{A63FC885-4773-49CA-85C6-837CDA60971F}" type="presParOf" srcId="{207569A7-A3C2-40ED-8C99-5F33AAC8FFD1}" destId="{B093E1E4-E58E-47E1-8FED-1674841962C4}" srcOrd="2" destOrd="0" presId="urn:microsoft.com/office/officeart/2018/5/layout/IconCircleLabelList"/>
    <dgm:cxn modelId="{08FDEB54-5D9A-4C81-9DBB-769DBCA0E1AC}" type="presParOf" srcId="{B093E1E4-E58E-47E1-8FED-1674841962C4}" destId="{AC5D9281-A2B3-49B9-ABE1-9B8CDF518989}" srcOrd="0" destOrd="0" presId="urn:microsoft.com/office/officeart/2018/5/layout/IconCircleLabelList"/>
    <dgm:cxn modelId="{F0B1B107-676E-4818-AF32-C0A6562348A2}" type="presParOf" srcId="{B093E1E4-E58E-47E1-8FED-1674841962C4}" destId="{4E3C3DB8-A0A5-43C8-91E8-38DACD5E6E25}" srcOrd="1" destOrd="0" presId="urn:microsoft.com/office/officeart/2018/5/layout/IconCircleLabelList"/>
    <dgm:cxn modelId="{960D1101-56C5-44DF-ABE0-48E7D28D057F}" type="presParOf" srcId="{B093E1E4-E58E-47E1-8FED-1674841962C4}" destId="{E164B8ED-5E5C-4CAC-87F0-017FD95165B9}" srcOrd="2" destOrd="0" presId="urn:microsoft.com/office/officeart/2018/5/layout/IconCircleLabelList"/>
    <dgm:cxn modelId="{829F6F9C-C72B-45AE-9FB2-79392DACEDAC}" type="presParOf" srcId="{B093E1E4-E58E-47E1-8FED-1674841962C4}" destId="{2F6BD86C-68C7-46AB-8AF5-EF6A6440F251}" srcOrd="3" destOrd="0" presId="urn:microsoft.com/office/officeart/2018/5/layout/IconCircleLabelList"/>
    <dgm:cxn modelId="{045248B9-A84E-4607-93B6-B5477E96E67C}" type="presParOf" srcId="{207569A7-A3C2-40ED-8C99-5F33AAC8FFD1}" destId="{7A00A456-CD03-4CB0-B531-BCC155FBD3F5}" srcOrd="3" destOrd="0" presId="urn:microsoft.com/office/officeart/2018/5/layout/IconCircleLabelList"/>
    <dgm:cxn modelId="{D58F7785-645B-4AEA-A7A5-AAF8E37811D5}" type="presParOf" srcId="{207569A7-A3C2-40ED-8C99-5F33AAC8FFD1}" destId="{60CF4CC7-30AC-4FDE-8F04-CCD81CEBA364}" srcOrd="4" destOrd="0" presId="urn:microsoft.com/office/officeart/2018/5/layout/IconCircleLabelList"/>
    <dgm:cxn modelId="{3DD1948C-F456-43EB-96ED-17D8CE562A6B}" type="presParOf" srcId="{60CF4CC7-30AC-4FDE-8F04-CCD81CEBA364}" destId="{759F2D0D-1B2D-4817-8745-8E5533A94A3D}" srcOrd="0" destOrd="0" presId="urn:microsoft.com/office/officeart/2018/5/layout/IconCircleLabelList"/>
    <dgm:cxn modelId="{48316CEA-1DD6-4EB6-B1F0-B37248363AC4}" type="presParOf" srcId="{60CF4CC7-30AC-4FDE-8F04-CCD81CEBA364}" destId="{EC635BFB-9745-45E3-B16E-7C68AC3D8A20}" srcOrd="1" destOrd="0" presId="urn:microsoft.com/office/officeart/2018/5/layout/IconCircleLabelList"/>
    <dgm:cxn modelId="{6B65D8AF-9BE6-4EC4-9029-E9BD0F2E80B4}" type="presParOf" srcId="{60CF4CC7-30AC-4FDE-8F04-CCD81CEBA364}" destId="{AFD70989-6D7B-4CB5-B0C4-F040C03F39EB}" srcOrd="2" destOrd="0" presId="urn:microsoft.com/office/officeart/2018/5/layout/IconCircleLabelList"/>
    <dgm:cxn modelId="{66D4DBF1-1E86-40B0-BFA7-85A797B76CF7}" type="presParOf" srcId="{60CF4CC7-30AC-4FDE-8F04-CCD81CEBA364}" destId="{E4999642-159D-49FE-9A78-DFC05221E6B0}"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2FD8D23-4937-4A73-AF3E-499FBFF67F7D}"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F71323D-50F1-4ED2-9959-947DBC5D1C01}">
      <dgm:prSet/>
      <dgm:spPr/>
      <dgm:t>
        <a:bodyPr/>
        <a:lstStyle/>
        <a:p>
          <a:pPr>
            <a:lnSpc>
              <a:spcPct val="100000"/>
            </a:lnSpc>
            <a:defRPr cap="all"/>
          </a:pPr>
          <a:r>
            <a:rPr lang="en-PK" b="1"/>
            <a:t>Crop Water Demand:</a:t>
          </a:r>
          <a:r>
            <a:rPr lang="en-PK"/>
            <a:t> Heatmaps tracking fields requiring immediate water delivery.</a:t>
          </a:r>
          <a:endParaRPr lang="en-US"/>
        </a:p>
      </dgm:t>
    </dgm:pt>
    <dgm:pt modelId="{CE904681-82C6-4A85-B51B-813A86E63C12}" type="parTrans" cxnId="{939FC4BD-675F-4E8A-8092-B52C8FE78188}">
      <dgm:prSet/>
      <dgm:spPr/>
      <dgm:t>
        <a:bodyPr/>
        <a:lstStyle/>
        <a:p>
          <a:endParaRPr lang="en-US"/>
        </a:p>
      </dgm:t>
    </dgm:pt>
    <dgm:pt modelId="{4A3620FB-0AF1-4217-93DD-D2A483356754}" type="sibTrans" cxnId="{939FC4BD-675F-4E8A-8092-B52C8FE78188}">
      <dgm:prSet/>
      <dgm:spPr/>
      <dgm:t>
        <a:bodyPr/>
        <a:lstStyle/>
        <a:p>
          <a:endParaRPr lang="en-US"/>
        </a:p>
      </dgm:t>
    </dgm:pt>
    <dgm:pt modelId="{70871935-E72A-4BD6-84F6-83CF34EB4302}">
      <dgm:prSet/>
      <dgm:spPr/>
      <dgm:t>
        <a:bodyPr/>
        <a:lstStyle/>
        <a:p>
          <a:pPr>
            <a:lnSpc>
              <a:spcPct val="100000"/>
            </a:lnSpc>
            <a:defRPr cap="all"/>
          </a:pPr>
          <a:r>
            <a:rPr lang="en-PK" b="1" dirty="0"/>
            <a:t>Automation Valve Status:</a:t>
          </a:r>
          <a:r>
            <a:rPr lang="en-PK" dirty="0"/>
            <a:t> Simple toggle icons showing active open or closed pipes.</a:t>
          </a:r>
          <a:endParaRPr lang="en-US" dirty="0"/>
        </a:p>
      </dgm:t>
    </dgm:pt>
    <dgm:pt modelId="{0B507008-05F4-4DD5-8E38-D8453D8F3F59}" type="parTrans" cxnId="{D6587263-1865-4AF0-98AF-F24B8409F544}">
      <dgm:prSet/>
      <dgm:spPr/>
      <dgm:t>
        <a:bodyPr/>
        <a:lstStyle/>
        <a:p>
          <a:endParaRPr lang="en-US"/>
        </a:p>
      </dgm:t>
    </dgm:pt>
    <dgm:pt modelId="{E3CF04A5-B9F2-4F25-AFB9-AB5F703C4181}" type="sibTrans" cxnId="{D6587263-1865-4AF0-98AF-F24B8409F544}">
      <dgm:prSet/>
      <dgm:spPr/>
      <dgm:t>
        <a:bodyPr/>
        <a:lstStyle/>
        <a:p>
          <a:endParaRPr lang="en-US"/>
        </a:p>
      </dgm:t>
    </dgm:pt>
    <dgm:pt modelId="{386E37DC-22E4-4398-8189-508570B2749B}">
      <dgm:prSet/>
      <dgm:spPr/>
      <dgm:t>
        <a:bodyPr/>
        <a:lstStyle/>
        <a:p>
          <a:pPr>
            <a:lnSpc>
              <a:spcPct val="100000"/>
            </a:lnSpc>
            <a:defRPr cap="all"/>
          </a:pPr>
          <a:r>
            <a:rPr lang="en-PK" b="1" dirty="0"/>
            <a:t>SCADA Canal Schemes:</a:t>
          </a:r>
          <a:r>
            <a:rPr lang="en-PK" dirty="0"/>
            <a:t> Live flow schematics tracking primary distribution canals.</a:t>
          </a:r>
          <a:endParaRPr lang="en-US" dirty="0"/>
        </a:p>
      </dgm:t>
    </dgm:pt>
    <dgm:pt modelId="{C5C30A13-695A-49AC-9AC4-F447BBA6409F}" type="sibTrans" cxnId="{6E2BEAF7-0E3E-465F-A990-2C073C86A0D2}">
      <dgm:prSet/>
      <dgm:spPr/>
      <dgm:t>
        <a:bodyPr/>
        <a:lstStyle/>
        <a:p>
          <a:endParaRPr lang="en-US"/>
        </a:p>
      </dgm:t>
    </dgm:pt>
    <dgm:pt modelId="{A7B88B25-32E0-4401-85C1-5873E6DBB623}" type="parTrans" cxnId="{6E2BEAF7-0E3E-465F-A990-2C073C86A0D2}">
      <dgm:prSet/>
      <dgm:spPr/>
      <dgm:t>
        <a:bodyPr/>
        <a:lstStyle/>
        <a:p>
          <a:endParaRPr lang="en-US"/>
        </a:p>
      </dgm:t>
    </dgm:pt>
    <dgm:pt modelId="{0AA2B859-0F60-40C6-B7F1-A74739583A13}" type="pres">
      <dgm:prSet presAssocID="{B2FD8D23-4937-4A73-AF3E-499FBFF67F7D}" presName="root" presStyleCnt="0">
        <dgm:presLayoutVars>
          <dgm:dir/>
          <dgm:resizeHandles val="exact"/>
        </dgm:presLayoutVars>
      </dgm:prSet>
      <dgm:spPr/>
    </dgm:pt>
    <dgm:pt modelId="{2903291D-9D1D-4B4A-A8A7-704A4B26F742}" type="pres">
      <dgm:prSet presAssocID="{7F71323D-50F1-4ED2-9959-947DBC5D1C01}" presName="compNode" presStyleCnt="0"/>
      <dgm:spPr/>
    </dgm:pt>
    <dgm:pt modelId="{0B2B0944-8BD1-4EF9-9815-81717D5D4AF3}" type="pres">
      <dgm:prSet presAssocID="{7F71323D-50F1-4ED2-9959-947DBC5D1C01}" presName="iconBgRect" presStyleLbl="bgShp" presStyleIdx="0" presStyleCnt="3"/>
      <dgm:spPr/>
    </dgm:pt>
    <dgm:pt modelId="{7D93D53B-E0AC-4D8F-A36C-904CC05BA476}" type="pres">
      <dgm:prSet presAssocID="{7F71323D-50F1-4ED2-9959-947DBC5D1C01}" presName="iconRect" presStyleLbl="node1" presStyleIdx="0" presStyleCnt="3"/>
      <dgm:spPr>
        <a:ln>
          <a:noFill/>
        </a:ln>
      </dgm:spPr>
    </dgm:pt>
    <dgm:pt modelId="{103F8352-2E1C-453E-8319-51522B9D1446}" type="pres">
      <dgm:prSet presAssocID="{7F71323D-50F1-4ED2-9959-947DBC5D1C01}" presName="spaceRect" presStyleCnt="0"/>
      <dgm:spPr/>
    </dgm:pt>
    <dgm:pt modelId="{1D96D734-1E74-4A42-B178-0B0B6EFBDD70}" type="pres">
      <dgm:prSet presAssocID="{7F71323D-50F1-4ED2-9959-947DBC5D1C01}" presName="textRect" presStyleLbl="revTx" presStyleIdx="0" presStyleCnt="3">
        <dgm:presLayoutVars>
          <dgm:chMax val="1"/>
          <dgm:chPref val="1"/>
        </dgm:presLayoutVars>
      </dgm:prSet>
      <dgm:spPr/>
    </dgm:pt>
    <dgm:pt modelId="{B1610977-EA4B-49AB-B32D-5BFD953AA8BC}" type="pres">
      <dgm:prSet presAssocID="{4A3620FB-0AF1-4217-93DD-D2A483356754}" presName="sibTrans" presStyleCnt="0"/>
      <dgm:spPr/>
    </dgm:pt>
    <dgm:pt modelId="{804233C3-10CE-4FB0-A45C-A766763FEFD7}" type="pres">
      <dgm:prSet presAssocID="{386E37DC-22E4-4398-8189-508570B2749B}" presName="compNode" presStyleCnt="0"/>
      <dgm:spPr/>
    </dgm:pt>
    <dgm:pt modelId="{BE7B3842-6636-4936-9851-5F9C4ABEC34C}" type="pres">
      <dgm:prSet presAssocID="{386E37DC-22E4-4398-8189-508570B2749B}" presName="iconBgRect" presStyleLbl="bgShp" presStyleIdx="1" presStyleCnt="3" custLinFactNeighborX="-2589" custLinFactNeighborY="-4114"/>
      <dgm:spPr/>
    </dgm:pt>
    <dgm:pt modelId="{F0B61B1E-F4E6-4AA2-AABC-218A8C29B832}" type="pres">
      <dgm:prSet presAssocID="{386E37DC-22E4-4398-8189-508570B2749B}" presName="iconRect" presStyleLbl="node1" presStyleIdx="1" presStyleCnt="3"/>
      <dgm:spPr>
        <a:ln>
          <a:noFill/>
        </a:ln>
      </dgm:spPr>
    </dgm:pt>
    <dgm:pt modelId="{BBFCF199-34D8-4521-93D1-4E1834DC4FDC}" type="pres">
      <dgm:prSet presAssocID="{386E37DC-22E4-4398-8189-508570B2749B}" presName="spaceRect" presStyleCnt="0"/>
      <dgm:spPr/>
    </dgm:pt>
    <dgm:pt modelId="{34B123B6-B193-4489-AD1E-9905EF07E0A0}" type="pres">
      <dgm:prSet presAssocID="{386E37DC-22E4-4398-8189-508570B2749B}" presName="textRect" presStyleLbl="revTx" presStyleIdx="1" presStyleCnt="3">
        <dgm:presLayoutVars>
          <dgm:chMax val="1"/>
          <dgm:chPref val="1"/>
        </dgm:presLayoutVars>
      </dgm:prSet>
      <dgm:spPr/>
    </dgm:pt>
    <dgm:pt modelId="{5138254F-1F3F-4A0C-AFC6-39B179A5FB01}" type="pres">
      <dgm:prSet presAssocID="{C5C30A13-695A-49AC-9AC4-F447BBA6409F}" presName="sibTrans" presStyleCnt="0"/>
      <dgm:spPr/>
    </dgm:pt>
    <dgm:pt modelId="{F26C59A4-98F0-4BB9-98AF-8EACFE50CC55}" type="pres">
      <dgm:prSet presAssocID="{70871935-E72A-4BD6-84F6-83CF34EB4302}" presName="compNode" presStyleCnt="0"/>
      <dgm:spPr/>
    </dgm:pt>
    <dgm:pt modelId="{1AED1ABC-D863-4111-B306-CA2D14993C8B}" type="pres">
      <dgm:prSet presAssocID="{70871935-E72A-4BD6-84F6-83CF34EB4302}" presName="iconBgRect" presStyleLbl="bgShp" presStyleIdx="2" presStyleCnt="3"/>
      <dgm:spPr/>
    </dgm:pt>
    <dgm:pt modelId="{22CEA4BF-1370-47DC-9385-550FCFBAD010}" type="pres">
      <dgm:prSet presAssocID="{70871935-E72A-4BD6-84F6-83CF34EB4302}" presName="iconRect" presStyleLbl="node1" presStyleIdx="2" presStyleCnt="3"/>
      <dgm:spPr>
        <a:ln>
          <a:noFill/>
        </a:ln>
      </dgm:spPr>
    </dgm:pt>
    <dgm:pt modelId="{4D639C84-48F9-404C-9CF8-72D40B1A46C5}" type="pres">
      <dgm:prSet presAssocID="{70871935-E72A-4BD6-84F6-83CF34EB4302}" presName="spaceRect" presStyleCnt="0"/>
      <dgm:spPr/>
    </dgm:pt>
    <dgm:pt modelId="{524CADB6-0D5A-464B-ADE8-362D2F29F394}" type="pres">
      <dgm:prSet presAssocID="{70871935-E72A-4BD6-84F6-83CF34EB4302}" presName="textRect" presStyleLbl="revTx" presStyleIdx="2" presStyleCnt="3">
        <dgm:presLayoutVars>
          <dgm:chMax val="1"/>
          <dgm:chPref val="1"/>
        </dgm:presLayoutVars>
      </dgm:prSet>
      <dgm:spPr/>
    </dgm:pt>
  </dgm:ptLst>
  <dgm:cxnLst>
    <dgm:cxn modelId="{7C9FED0C-2B17-41FD-B5F6-C2E54B923628}" type="presOf" srcId="{386E37DC-22E4-4398-8189-508570B2749B}" destId="{34B123B6-B193-4489-AD1E-9905EF07E0A0}" srcOrd="0" destOrd="0" presId="urn:microsoft.com/office/officeart/2018/5/layout/IconCircleLabelList"/>
    <dgm:cxn modelId="{5F47D80D-AF4A-4CCB-9610-83045EF220BC}" type="presOf" srcId="{70871935-E72A-4BD6-84F6-83CF34EB4302}" destId="{524CADB6-0D5A-464B-ADE8-362D2F29F394}" srcOrd="0" destOrd="0" presId="urn:microsoft.com/office/officeart/2018/5/layout/IconCircleLabelList"/>
    <dgm:cxn modelId="{D6587263-1865-4AF0-98AF-F24B8409F544}" srcId="{B2FD8D23-4937-4A73-AF3E-499FBFF67F7D}" destId="{70871935-E72A-4BD6-84F6-83CF34EB4302}" srcOrd="2" destOrd="0" parTransId="{0B507008-05F4-4DD5-8E38-D8453D8F3F59}" sibTransId="{E3CF04A5-B9F2-4F25-AFB9-AB5F703C4181}"/>
    <dgm:cxn modelId="{477F4E44-1393-479F-B536-2276C2BDE6B0}" type="presOf" srcId="{7F71323D-50F1-4ED2-9959-947DBC5D1C01}" destId="{1D96D734-1E74-4A42-B178-0B0B6EFBDD70}" srcOrd="0" destOrd="0" presId="urn:microsoft.com/office/officeart/2018/5/layout/IconCircleLabelList"/>
    <dgm:cxn modelId="{939FC4BD-675F-4E8A-8092-B52C8FE78188}" srcId="{B2FD8D23-4937-4A73-AF3E-499FBFF67F7D}" destId="{7F71323D-50F1-4ED2-9959-947DBC5D1C01}" srcOrd="0" destOrd="0" parTransId="{CE904681-82C6-4A85-B51B-813A86E63C12}" sibTransId="{4A3620FB-0AF1-4217-93DD-D2A483356754}"/>
    <dgm:cxn modelId="{C2E5F7CA-97C0-40BD-B395-F5FE73EEA40D}" type="presOf" srcId="{B2FD8D23-4937-4A73-AF3E-499FBFF67F7D}" destId="{0AA2B859-0F60-40C6-B7F1-A74739583A13}" srcOrd="0" destOrd="0" presId="urn:microsoft.com/office/officeart/2018/5/layout/IconCircleLabelList"/>
    <dgm:cxn modelId="{6E2BEAF7-0E3E-465F-A990-2C073C86A0D2}" srcId="{B2FD8D23-4937-4A73-AF3E-499FBFF67F7D}" destId="{386E37DC-22E4-4398-8189-508570B2749B}" srcOrd="1" destOrd="0" parTransId="{A7B88B25-32E0-4401-85C1-5873E6DBB623}" sibTransId="{C5C30A13-695A-49AC-9AC4-F447BBA6409F}"/>
    <dgm:cxn modelId="{135BBE60-6525-416C-8D43-1E8C3EB3083F}" type="presParOf" srcId="{0AA2B859-0F60-40C6-B7F1-A74739583A13}" destId="{2903291D-9D1D-4B4A-A8A7-704A4B26F742}" srcOrd="0" destOrd="0" presId="urn:microsoft.com/office/officeart/2018/5/layout/IconCircleLabelList"/>
    <dgm:cxn modelId="{977E3EA6-615D-4B86-92EA-D94391225F0F}" type="presParOf" srcId="{2903291D-9D1D-4B4A-A8A7-704A4B26F742}" destId="{0B2B0944-8BD1-4EF9-9815-81717D5D4AF3}" srcOrd="0" destOrd="0" presId="urn:microsoft.com/office/officeart/2018/5/layout/IconCircleLabelList"/>
    <dgm:cxn modelId="{32910A5A-2E6C-453C-949A-BBF06C8FDCAD}" type="presParOf" srcId="{2903291D-9D1D-4B4A-A8A7-704A4B26F742}" destId="{7D93D53B-E0AC-4D8F-A36C-904CC05BA476}" srcOrd="1" destOrd="0" presId="urn:microsoft.com/office/officeart/2018/5/layout/IconCircleLabelList"/>
    <dgm:cxn modelId="{99FEB66D-DD4C-4A77-9500-D5895CB437EC}" type="presParOf" srcId="{2903291D-9D1D-4B4A-A8A7-704A4B26F742}" destId="{103F8352-2E1C-453E-8319-51522B9D1446}" srcOrd="2" destOrd="0" presId="urn:microsoft.com/office/officeart/2018/5/layout/IconCircleLabelList"/>
    <dgm:cxn modelId="{02A04785-C065-4398-A2D7-2E01E62C25FE}" type="presParOf" srcId="{2903291D-9D1D-4B4A-A8A7-704A4B26F742}" destId="{1D96D734-1E74-4A42-B178-0B0B6EFBDD70}" srcOrd="3" destOrd="0" presId="urn:microsoft.com/office/officeart/2018/5/layout/IconCircleLabelList"/>
    <dgm:cxn modelId="{443D3908-B000-47C5-AF16-1E97ED7D2165}" type="presParOf" srcId="{0AA2B859-0F60-40C6-B7F1-A74739583A13}" destId="{B1610977-EA4B-49AB-B32D-5BFD953AA8BC}" srcOrd="1" destOrd="0" presId="urn:microsoft.com/office/officeart/2018/5/layout/IconCircleLabelList"/>
    <dgm:cxn modelId="{6384D76C-E894-4DCA-A4EE-BDA9B3925FB2}" type="presParOf" srcId="{0AA2B859-0F60-40C6-B7F1-A74739583A13}" destId="{804233C3-10CE-4FB0-A45C-A766763FEFD7}" srcOrd="2" destOrd="0" presId="urn:microsoft.com/office/officeart/2018/5/layout/IconCircleLabelList"/>
    <dgm:cxn modelId="{F3F5D9CF-889E-4B16-9848-43CD5403A853}" type="presParOf" srcId="{804233C3-10CE-4FB0-A45C-A766763FEFD7}" destId="{BE7B3842-6636-4936-9851-5F9C4ABEC34C}" srcOrd="0" destOrd="0" presId="urn:microsoft.com/office/officeart/2018/5/layout/IconCircleLabelList"/>
    <dgm:cxn modelId="{CB030217-57AA-4139-9E28-5E844DF3F6B3}" type="presParOf" srcId="{804233C3-10CE-4FB0-A45C-A766763FEFD7}" destId="{F0B61B1E-F4E6-4AA2-AABC-218A8C29B832}" srcOrd="1" destOrd="0" presId="urn:microsoft.com/office/officeart/2018/5/layout/IconCircleLabelList"/>
    <dgm:cxn modelId="{1F759ADE-5B51-4D72-92AE-B0C8814CCF36}" type="presParOf" srcId="{804233C3-10CE-4FB0-A45C-A766763FEFD7}" destId="{BBFCF199-34D8-4521-93D1-4E1834DC4FDC}" srcOrd="2" destOrd="0" presId="urn:microsoft.com/office/officeart/2018/5/layout/IconCircleLabelList"/>
    <dgm:cxn modelId="{CFC5B1F4-38EA-49CC-BFDF-F66A1E593159}" type="presParOf" srcId="{804233C3-10CE-4FB0-A45C-A766763FEFD7}" destId="{34B123B6-B193-4489-AD1E-9905EF07E0A0}" srcOrd="3" destOrd="0" presId="urn:microsoft.com/office/officeart/2018/5/layout/IconCircleLabelList"/>
    <dgm:cxn modelId="{9558FF98-4DE4-4765-9DD7-C26050ECF36E}" type="presParOf" srcId="{0AA2B859-0F60-40C6-B7F1-A74739583A13}" destId="{5138254F-1F3F-4A0C-AFC6-39B179A5FB01}" srcOrd="3" destOrd="0" presId="urn:microsoft.com/office/officeart/2018/5/layout/IconCircleLabelList"/>
    <dgm:cxn modelId="{D43C0665-F096-4BEA-8463-2494E04C670D}" type="presParOf" srcId="{0AA2B859-0F60-40C6-B7F1-A74739583A13}" destId="{F26C59A4-98F0-4BB9-98AF-8EACFE50CC55}" srcOrd="4" destOrd="0" presId="urn:microsoft.com/office/officeart/2018/5/layout/IconCircleLabelList"/>
    <dgm:cxn modelId="{57E6404A-EAFA-45B0-BF3B-B74246DD4DDB}" type="presParOf" srcId="{F26C59A4-98F0-4BB9-98AF-8EACFE50CC55}" destId="{1AED1ABC-D863-4111-B306-CA2D14993C8B}" srcOrd="0" destOrd="0" presId="urn:microsoft.com/office/officeart/2018/5/layout/IconCircleLabelList"/>
    <dgm:cxn modelId="{BE54228B-B1BD-4E6B-B002-B266001C1B3E}" type="presParOf" srcId="{F26C59A4-98F0-4BB9-98AF-8EACFE50CC55}" destId="{22CEA4BF-1370-47DC-9385-550FCFBAD010}" srcOrd="1" destOrd="0" presId="urn:microsoft.com/office/officeart/2018/5/layout/IconCircleLabelList"/>
    <dgm:cxn modelId="{692A5B59-3FB2-4EF4-8E18-E2A53670532D}" type="presParOf" srcId="{F26C59A4-98F0-4BB9-98AF-8EACFE50CC55}" destId="{4D639C84-48F9-404C-9CF8-72D40B1A46C5}" srcOrd="2" destOrd="0" presId="urn:microsoft.com/office/officeart/2018/5/layout/IconCircleLabelList"/>
    <dgm:cxn modelId="{1B5DC60E-F45D-4CFF-987E-191C57B8B4EF}" type="presParOf" srcId="{F26C59A4-98F0-4BB9-98AF-8EACFE50CC55}" destId="{524CADB6-0D5A-464B-ADE8-362D2F29F394}"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4AB267F-0410-45D9-9D6F-34C16459811A}"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EDD0CF8-9000-4659-AE7C-9010B4ED4C85}">
      <dgm:prSet/>
      <dgm:spPr/>
      <dgm:t>
        <a:bodyPr/>
        <a:lstStyle/>
        <a:p>
          <a:pPr>
            <a:defRPr cap="all"/>
          </a:pPr>
          <a:r>
            <a:rPr lang="en-PK" b="1" dirty="0"/>
            <a:t>Smart Utility Twin:</a:t>
          </a:r>
          <a:r>
            <a:rPr lang="en-PK" dirty="0"/>
            <a:t> A digital 3D model tracking the municipal pipe network.</a:t>
          </a:r>
          <a:endParaRPr lang="en-US" dirty="0"/>
        </a:p>
      </dgm:t>
    </dgm:pt>
    <dgm:pt modelId="{3D2895D4-0B9C-41C4-B940-DCBBED7B87DC}" type="parTrans" cxnId="{FAC5E0DE-CABA-40A6-B65A-3F3B1506F6C3}">
      <dgm:prSet/>
      <dgm:spPr/>
      <dgm:t>
        <a:bodyPr/>
        <a:lstStyle/>
        <a:p>
          <a:endParaRPr lang="en-US"/>
        </a:p>
      </dgm:t>
    </dgm:pt>
    <dgm:pt modelId="{7757E328-C629-4505-84BB-1990291E6E00}" type="sibTrans" cxnId="{FAC5E0DE-CABA-40A6-B65A-3F3B1506F6C3}">
      <dgm:prSet/>
      <dgm:spPr/>
      <dgm:t>
        <a:bodyPr/>
        <a:lstStyle/>
        <a:p>
          <a:endParaRPr lang="en-US"/>
        </a:p>
      </dgm:t>
    </dgm:pt>
    <dgm:pt modelId="{649FB44E-FC3D-4BB2-9AF1-39CEE7060141}">
      <dgm:prSet/>
      <dgm:spPr/>
      <dgm:t>
        <a:bodyPr/>
        <a:lstStyle/>
        <a:p>
          <a:pPr>
            <a:defRPr cap="all"/>
          </a:pPr>
          <a:r>
            <a:rPr lang="en-PK" b="1"/>
            <a:t>Acoustic Leak Alerts:</a:t>
          </a:r>
          <a:r>
            <a:rPr lang="en-PK"/>
            <a:t> Pulsing radar symbols isolating pipeline structural breaks.</a:t>
          </a:r>
          <a:endParaRPr lang="en-US"/>
        </a:p>
      </dgm:t>
    </dgm:pt>
    <dgm:pt modelId="{8E8A1E48-DBC2-4ADA-B160-1155BB943717}" type="parTrans" cxnId="{D94CB0DC-0352-48BD-9D10-14BEB9AA7A9B}">
      <dgm:prSet/>
      <dgm:spPr/>
      <dgm:t>
        <a:bodyPr/>
        <a:lstStyle/>
        <a:p>
          <a:endParaRPr lang="en-US"/>
        </a:p>
      </dgm:t>
    </dgm:pt>
    <dgm:pt modelId="{484D3DF1-41AA-47DD-B0A4-68067454BC3D}" type="sibTrans" cxnId="{D94CB0DC-0352-48BD-9D10-14BEB9AA7A9B}">
      <dgm:prSet/>
      <dgm:spPr/>
      <dgm:t>
        <a:bodyPr/>
        <a:lstStyle/>
        <a:p>
          <a:endParaRPr lang="en-US"/>
        </a:p>
      </dgm:t>
    </dgm:pt>
    <dgm:pt modelId="{CAEBF7A7-8E99-4D93-8D2E-117AB463E19E}">
      <dgm:prSet/>
      <dgm:spPr/>
      <dgm:t>
        <a:bodyPr/>
        <a:lstStyle/>
        <a:p>
          <a:pPr>
            <a:defRPr cap="all"/>
          </a:pPr>
          <a:r>
            <a:rPr lang="en-PK" b="1"/>
            <a:t>Demand Peak Gauges:</a:t>
          </a:r>
          <a:r>
            <a:rPr lang="en-PK"/>
            <a:t> Vertical bar charts monitoring city-wide water consumption.</a:t>
          </a:r>
          <a:endParaRPr lang="en-US"/>
        </a:p>
      </dgm:t>
    </dgm:pt>
    <dgm:pt modelId="{501E5EFC-6055-4871-BF89-04949F32CB9E}" type="parTrans" cxnId="{DF2BFD14-6E94-4A25-9DAC-F49C55EB47B3}">
      <dgm:prSet/>
      <dgm:spPr/>
      <dgm:t>
        <a:bodyPr/>
        <a:lstStyle/>
        <a:p>
          <a:endParaRPr lang="en-US"/>
        </a:p>
      </dgm:t>
    </dgm:pt>
    <dgm:pt modelId="{B38D67C1-86BD-4C3E-9367-64FBF4197C5B}" type="sibTrans" cxnId="{DF2BFD14-6E94-4A25-9DAC-F49C55EB47B3}">
      <dgm:prSet/>
      <dgm:spPr/>
      <dgm:t>
        <a:bodyPr/>
        <a:lstStyle/>
        <a:p>
          <a:endParaRPr lang="en-US"/>
        </a:p>
      </dgm:t>
    </dgm:pt>
    <dgm:pt modelId="{784C3A42-F924-4CE9-975E-C7C6A0A23B2B}" type="pres">
      <dgm:prSet presAssocID="{04AB267F-0410-45D9-9D6F-34C16459811A}" presName="root" presStyleCnt="0">
        <dgm:presLayoutVars>
          <dgm:dir/>
          <dgm:resizeHandles val="exact"/>
        </dgm:presLayoutVars>
      </dgm:prSet>
      <dgm:spPr/>
    </dgm:pt>
    <dgm:pt modelId="{DECA2D4B-053E-4201-B8F1-D9930F670039}" type="pres">
      <dgm:prSet presAssocID="{5EDD0CF8-9000-4659-AE7C-9010B4ED4C85}" presName="compNode" presStyleCnt="0"/>
      <dgm:spPr/>
    </dgm:pt>
    <dgm:pt modelId="{97FEBE73-D0CB-457A-A4EE-0295AE1C5C69}" type="pres">
      <dgm:prSet presAssocID="{5EDD0CF8-9000-4659-AE7C-9010B4ED4C85}" presName="iconBgRect" presStyleLbl="bgShp" presStyleIdx="0" presStyleCnt="3"/>
      <dgm:spPr/>
    </dgm:pt>
    <dgm:pt modelId="{7A0AFCF1-D49B-4F62-914D-F3CA4F6DE40A}" type="pres">
      <dgm:prSet presAssocID="{5EDD0CF8-9000-4659-AE7C-9010B4ED4C85}"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obot"/>
        </a:ext>
      </dgm:extLst>
    </dgm:pt>
    <dgm:pt modelId="{BFBFF396-64AA-406A-B2BC-330AAADB3F0E}" type="pres">
      <dgm:prSet presAssocID="{5EDD0CF8-9000-4659-AE7C-9010B4ED4C85}" presName="spaceRect" presStyleCnt="0"/>
      <dgm:spPr/>
    </dgm:pt>
    <dgm:pt modelId="{698E7314-C892-469D-82A0-450CA1A572C9}" type="pres">
      <dgm:prSet presAssocID="{5EDD0CF8-9000-4659-AE7C-9010B4ED4C85}" presName="textRect" presStyleLbl="revTx" presStyleIdx="0" presStyleCnt="3">
        <dgm:presLayoutVars>
          <dgm:chMax val="1"/>
          <dgm:chPref val="1"/>
        </dgm:presLayoutVars>
      </dgm:prSet>
      <dgm:spPr/>
    </dgm:pt>
    <dgm:pt modelId="{B39C5106-4608-46B5-B15B-EC8C07B16CA6}" type="pres">
      <dgm:prSet presAssocID="{7757E328-C629-4505-84BB-1990291E6E00}" presName="sibTrans" presStyleCnt="0"/>
      <dgm:spPr/>
    </dgm:pt>
    <dgm:pt modelId="{21A9EE1B-372B-45C3-A527-B80420DEF28E}" type="pres">
      <dgm:prSet presAssocID="{649FB44E-FC3D-4BB2-9AF1-39CEE7060141}" presName="compNode" presStyleCnt="0"/>
      <dgm:spPr/>
    </dgm:pt>
    <dgm:pt modelId="{2DD192A1-9D46-4EB2-A92B-D85AFAF3C548}" type="pres">
      <dgm:prSet presAssocID="{649FB44E-FC3D-4BB2-9AF1-39CEE7060141}" presName="iconBgRect" presStyleLbl="bgShp" presStyleIdx="1" presStyleCnt="3"/>
      <dgm:spPr/>
    </dgm:pt>
    <dgm:pt modelId="{980A861C-3953-43CF-9ED7-13502005B6E0}" type="pres">
      <dgm:prSet presAssocID="{649FB44E-FC3D-4BB2-9AF1-39CEE7060141}"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Voice"/>
        </a:ext>
      </dgm:extLst>
    </dgm:pt>
    <dgm:pt modelId="{99AAF1A1-EAC1-437E-80A0-622581C09442}" type="pres">
      <dgm:prSet presAssocID="{649FB44E-FC3D-4BB2-9AF1-39CEE7060141}" presName="spaceRect" presStyleCnt="0"/>
      <dgm:spPr/>
    </dgm:pt>
    <dgm:pt modelId="{81360A66-7CE7-4994-8CB1-1A8567E21B19}" type="pres">
      <dgm:prSet presAssocID="{649FB44E-FC3D-4BB2-9AF1-39CEE7060141}" presName="textRect" presStyleLbl="revTx" presStyleIdx="1" presStyleCnt="3">
        <dgm:presLayoutVars>
          <dgm:chMax val="1"/>
          <dgm:chPref val="1"/>
        </dgm:presLayoutVars>
      </dgm:prSet>
      <dgm:spPr/>
    </dgm:pt>
    <dgm:pt modelId="{939BD142-E3C5-4DDB-8690-3B8F594E0500}" type="pres">
      <dgm:prSet presAssocID="{484D3DF1-41AA-47DD-B0A4-68067454BC3D}" presName="sibTrans" presStyleCnt="0"/>
      <dgm:spPr/>
    </dgm:pt>
    <dgm:pt modelId="{4E43A5B0-02FC-46F6-B813-64735E08A408}" type="pres">
      <dgm:prSet presAssocID="{CAEBF7A7-8E99-4D93-8D2E-117AB463E19E}" presName="compNode" presStyleCnt="0"/>
      <dgm:spPr/>
    </dgm:pt>
    <dgm:pt modelId="{31D9122F-AD67-4573-86B3-0862AF57AAC9}" type="pres">
      <dgm:prSet presAssocID="{CAEBF7A7-8E99-4D93-8D2E-117AB463E19E}" presName="iconBgRect" presStyleLbl="bgShp" presStyleIdx="2" presStyleCnt="3"/>
      <dgm:spPr/>
    </dgm:pt>
    <dgm:pt modelId="{2A0AEC66-983B-453D-A37E-D389F0E3A6BE}" type="pres">
      <dgm:prSet presAssocID="{CAEBF7A7-8E99-4D93-8D2E-117AB463E19E}"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ar chart"/>
        </a:ext>
      </dgm:extLst>
    </dgm:pt>
    <dgm:pt modelId="{2C648415-5011-403F-BD7A-0E7CFF458DD5}" type="pres">
      <dgm:prSet presAssocID="{CAEBF7A7-8E99-4D93-8D2E-117AB463E19E}" presName="spaceRect" presStyleCnt="0"/>
      <dgm:spPr/>
    </dgm:pt>
    <dgm:pt modelId="{799833F7-6EEC-4D60-A1D5-793420B06A14}" type="pres">
      <dgm:prSet presAssocID="{CAEBF7A7-8E99-4D93-8D2E-117AB463E19E}" presName="textRect" presStyleLbl="revTx" presStyleIdx="2" presStyleCnt="3">
        <dgm:presLayoutVars>
          <dgm:chMax val="1"/>
          <dgm:chPref val="1"/>
        </dgm:presLayoutVars>
      </dgm:prSet>
      <dgm:spPr/>
    </dgm:pt>
  </dgm:ptLst>
  <dgm:cxnLst>
    <dgm:cxn modelId="{1E8E860B-33BA-42DB-99C1-A21C55DB4414}" type="presOf" srcId="{CAEBF7A7-8E99-4D93-8D2E-117AB463E19E}" destId="{799833F7-6EEC-4D60-A1D5-793420B06A14}" srcOrd="0" destOrd="0" presId="urn:microsoft.com/office/officeart/2018/5/layout/IconCircleLabelList"/>
    <dgm:cxn modelId="{DF2BFD14-6E94-4A25-9DAC-F49C55EB47B3}" srcId="{04AB267F-0410-45D9-9D6F-34C16459811A}" destId="{CAEBF7A7-8E99-4D93-8D2E-117AB463E19E}" srcOrd="2" destOrd="0" parTransId="{501E5EFC-6055-4871-BF89-04949F32CB9E}" sibTransId="{B38D67C1-86BD-4C3E-9367-64FBF4197C5B}"/>
    <dgm:cxn modelId="{123A4F15-1AE4-457D-A49B-060702A7DD97}" type="presOf" srcId="{649FB44E-FC3D-4BB2-9AF1-39CEE7060141}" destId="{81360A66-7CE7-4994-8CB1-1A8567E21B19}" srcOrd="0" destOrd="0" presId="urn:microsoft.com/office/officeart/2018/5/layout/IconCircleLabelList"/>
    <dgm:cxn modelId="{C1EED617-9463-4E72-A00D-13333BA9E40F}" type="presOf" srcId="{5EDD0CF8-9000-4659-AE7C-9010B4ED4C85}" destId="{698E7314-C892-469D-82A0-450CA1A572C9}" srcOrd="0" destOrd="0" presId="urn:microsoft.com/office/officeart/2018/5/layout/IconCircleLabelList"/>
    <dgm:cxn modelId="{D94CB0DC-0352-48BD-9D10-14BEB9AA7A9B}" srcId="{04AB267F-0410-45D9-9D6F-34C16459811A}" destId="{649FB44E-FC3D-4BB2-9AF1-39CEE7060141}" srcOrd="1" destOrd="0" parTransId="{8E8A1E48-DBC2-4ADA-B160-1155BB943717}" sibTransId="{484D3DF1-41AA-47DD-B0A4-68067454BC3D}"/>
    <dgm:cxn modelId="{FAC5E0DE-CABA-40A6-B65A-3F3B1506F6C3}" srcId="{04AB267F-0410-45D9-9D6F-34C16459811A}" destId="{5EDD0CF8-9000-4659-AE7C-9010B4ED4C85}" srcOrd="0" destOrd="0" parTransId="{3D2895D4-0B9C-41C4-B940-DCBBED7B87DC}" sibTransId="{7757E328-C629-4505-84BB-1990291E6E00}"/>
    <dgm:cxn modelId="{B922D2E5-84B2-4D80-84FA-7144378B5D71}" type="presOf" srcId="{04AB267F-0410-45D9-9D6F-34C16459811A}" destId="{784C3A42-F924-4CE9-975E-C7C6A0A23B2B}" srcOrd="0" destOrd="0" presId="urn:microsoft.com/office/officeart/2018/5/layout/IconCircleLabelList"/>
    <dgm:cxn modelId="{484E9C99-0CD6-4D0D-A575-BECD77F8910E}" type="presParOf" srcId="{784C3A42-F924-4CE9-975E-C7C6A0A23B2B}" destId="{DECA2D4B-053E-4201-B8F1-D9930F670039}" srcOrd="0" destOrd="0" presId="urn:microsoft.com/office/officeart/2018/5/layout/IconCircleLabelList"/>
    <dgm:cxn modelId="{B1612C90-6A84-4A08-8AD0-F7E029167167}" type="presParOf" srcId="{DECA2D4B-053E-4201-B8F1-D9930F670039}" destId="{97FEBE73-D0CB-457A-A4EE-0295AE1C5C69}" srcOrd="0" destOrd="0" presId="urn:microsoft.com/office/officeart/2018/5/layout/IconCircleLabelList"/>
    <dgm:cxn modelId="{C3B36CDD-604C-4BB0-9411-CFD6C87C72B6}" type="presParOf" srcId="{DECA2D4B-053E-4201-B8F1-D9930F670039}" destId="{7A0AFCF1-D49B-4F62-914D-F3CA4F6DE40A}" srcOrd="1" destOrd="0" presId="urn:microsoft.com/office/officeart/2018/5/layout/IconCircleLabelList"/>
    <dgm:cxn modelId="{5D2445A6-FB33-45DB-A90E-974358909203}" type="presParOf" srcId="{DECA2D4B-053E-4201-B8F1-D9930F670039}" destId="{BFBFF396-64AA-406A-B2BC-330AAADB3F0E}" srcOrd="2" destOrd="0" presId="urn:microsoft.com/office/officeart/2018/5/layout/IconCircleLabelList"/>
    <dgm:cxn modelId="{C4D698AE-BF58-4668-B8BB-BAB2A51EED57}" type="presParOf" srcId="{DECA2D4B-053E-4201-B8F1-D9930F670039}" destId="{698E7314-C892-469D-82A0-450CA1A572C9}" srcOrd="3" destOrd="0" presId="urn:microsoft.com/office/officeart/2018/5/layout/IconCircleLabelList"/>
    <dgm:cxn modelId="{CEDBDBFC-DC9D-42BC-82CC-14BF702BCE67}" type="presParOf" srcId="{784C3A42-F924-4CE9-975E-C7C6A0A23B2B}" destId="{B39C5106-4608-46B5-B15B-EC8C07B16CA6}" srcOrd="1" destOrd="0" presId="urn:microsoft.com/office/officeart/2018/5/layout/IconCircleLabelList"/>
    <dgm:cxn modelId="{C4801E2B-FAFC-4C00-8222-69290846D3AA}" type="presParOf" srcId="{784C3A42-F924-4CE9-975E-C7C6A0A23B2B}" destId="{21A9EE1B-372B-45C3-A527-B80420DEF28E}" srcOrd="2" destOrd="0" presId="urn:microsoft.com/office/officeart/2018/5/layout/IconCircleLabelList"/>
    <dgm:cxn modelId="{1EB9BF57-A3CE-4ADC-9027-ABE8E2F0C415}" type="presParOf" srcId="{21A9EE1B-372B-45C3-A527-B80420DEF28E}" destId="{2DD192A1-9D46-4EB2-A92B-D85AFAF3C548}" srcOrd="0" destOrd="0" presId="urn:microsoft.com/office/officeart/2018/5/layout/IconCircleLabelList"/>
    <dgm:cxn modelId="{5C81473B-9A10-4DE7-832D-FBBB88DC0F0B}" type="presParOf" srcId="{21A9EE1B-372B-45C3-A527-B80420DEF28E}" destId="{980A861C-3953-43CF-9ED7-13502005B6E0}" srcOrd="1" destOrd="0" presId="urn:microsoft.com/office/officeart/2018/5/layout/IconCircleLabelList"/>
    <dgm:cxn modelId="{467E47F3-9158-4915-8C8B-6556576CD9DB}" type="presParOf" srcId="{21A9EE1B-372B-45C3-A527-B80420DEF28E}" destId="{99AAF1A1-EAC1-437E-80A0-622581C09442}" srcOrd="2" destOrd="0" presId="urn:microsoft.com/office/officeart/2018/5/layout/IconCircleLabelList"/>
    <dgm:cxn modelId="{69789B06-EF4D-401B-A25B-849D4456FD1C}" type="presParOf" srcId="{21A9EE1B-372B-45C3-A527-B80420DEF28E}" destId="{81360A66-7CE7-4994-8CB1-1A8567E21B19}" srcOrd="3" destOrd="0" presId="urn:microsoft.com/office/officeart/2018/5/layout/IconCircleLabelList"/>
    <dgm:cxn modelId="{1D60EF58-DE19-43A1-9684-F787C186D2F6}" type="presParOf" srcId="{784C3A42-F924-4CE9-975E-C7C6A0A23B2B}" destId="{939BD142-E3C5-4DDB-8690-3B8F594E0500}" srcOrd="3" destOrd="0" presId="urn:microsoft.com/office/officeart/2018/5/layout/IconCircleLabelList"/>
    <dgm:cxn modelId="{8F4B350F-1D86-4D81-B8CD-8D4B9C8D4FC8}" type="presParOf" srcId="{784C3A42-F924-4CE9-975E-C7C6A0A23B2B}" destId="{4E43A5B0-02FC-46F6-B813-64735E08A408}" srcOrd="4" destOrd="0" presId="urn:microsoft.com/office/officeart/2018/5/layout/IconCircleLabelList"/>
    <dgm:cxn modelId="{D9AAC09C-A11F-4774-B762-2F20B35FFDE6}" type="presParOf" srcId="{4E43A5B0-02FC-46F6-B813-64735E08A408}" destId="{31D9122F-AD67-4573-86B3-0862AF57AAC9}" srcOrd="0" destOrd="0" presId="urn:microsoft.com/office/officeart/2018/5/layout/IconCircleLabelList"/>
    <dgm:cxn modelId="{5B98C239-AD51-47F2-BF98-73591FBDFE6F}" type="presParOf" srcId="{4E43A5B0-02FC-46F6-B813-64735E08A408}" destId="{2A0AEC66-983B-453D-A37E-D389F0E3A6BE}" srcOrd="1" destOrd="0" presId="urn:microsoft.com/office/officeart/2018/5/layout/IconCircleLabelList"/>
    <dgm:cxn modelId="{24C6417E-9584-46D9-970B-BCB38C5FED05}" type="presParOf" srcId="{4E43A5B0-02FC-46F6-B813-64735E08A408}" destId="{2C648415-5011-403F-BD7A-0E7CFF458DD5}" srcOrd="2" destOrd="0" presId="urn:microsoft.com/office/officeart/2018/5/layout/IconCircleLabelList"/>
    <dgm:cxn modelId="{579DD6BA-88F5-4624-A335-5E0B47385563}" type="presParOf" srcId="{4E43A5B0-02FC-46F6-B813-64735E08A408}" destId="{799833F7-6EEC-4D60-A1D5-793420B06A14}"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2F6FBCD-7F44-432D-BCED-54529CA59806}"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A5CFAFB1-860D-41B8-8B7A-D538D77C9362}">
      <dgm:prSet/>
      <dgm:spPr/>
      <dgm:t>
        <a:bodyPr/>
        <a:lstStyle/>
        <a:p>
          <a:pPr>
            <a:defRPr cap="all"/>
          </a:pPr>
          <a:r>
            <a:rPr lang="en-PK" b="1"/>
            <a:t>Borehole Depth Status:</a:t>
          </a:r>
          <a:r>
            <a:rPr lang="en-PK"/>
            <a:t> Vertical cross-section graphics tracking aquifer levels.</a:t>
          </a:r>
          <a:endParaRPr lang="en-US"/>
        </a:p>
      </dgm:t>
    </dgm:pt>
    <dgm:pt modelId="{4A649C3D-451B-4D4F-B0A9-0826FB85AC92}" type="parTrans" cxnId="{677091E1-D68A-43A9-902F-62A9CA390865}">
      <dgm:prSet/>
      <dgm:spPr/>
      <dgm:t>
        <a:bodyPr/>
        <a:lstStyle/>
        <a:p>
          <a:endParaRPr lang="en-US"/>
        </a:p>
      </dgm:t>
    </dgm:pt>
    <dgm:pt modelId="{3F628B39-4B82-46E1-8782-BB6EA2D99A79}" type="sibTrans" cxnId="{677091E1-D68A-43A9-902F-62A9CA390865}">
      <dgm:prSet/>
      <dgm:spPr/>
      <dgm:t>
        <a:bodyPr/>
        <a:lstStyle/>
        <a:p>
          <a:endParaRPr lang="en-US"/>
        </a:p>
      </dgm:t>
    </dgm:pt>
    <dgm:pt modelId="{954DE32D-3FE6-481F-BD5D-5FEB96989A46}">
      <dgm:prSet/>
      <dgm:spPr/>
      <dgm:t>
        <a:bodyPr/>
        <a:lstStyle/>
        <a:p>
          <a:pPr>
            <a:defRPr cap="all"/>
          </a:pPr>
          <a:r>
            <a:rPr lang="en-PK" b="1"/>
            <a:t>Recharge vs. Drawdown:</a:t>
          </a:r>
          <a:r>
            <a:rPr lang="en-PK"/>
            <a:t> Split column charts displaying net water volume shifts.</a:t>
          </a:r>
          <a:endParaRPr lang="en-US"/>
        </a:p>
      </dgm:t>
    </dgm:pt>
    <dgm:pt modelId="{97833A3F-775F-4260-97DC-8CA152F15FA4}" type="parTrans" cxnId="{3F36EBEC-3ED2-496A-9EA8-4AFBC688486A}">
      <dgm:prSet/>
      <dgm:spPr/>
      <dgm:t>
        <a:bodyPr/>
        <a:lstStyle/>
        <a:p>
          <a:endParaRPr lang="en-US"/>
        </a:p>
      </dgm:t>
    </dgm:pt>
    <dgm:pt modelId="{3D3ACDED-E5B1-49D6-96D7-32D72EF8C566}" type="sibTrans" cxnId="{3F36EBEC-3ED2-496A-9EA8-4AFBC688486A}">
      <dgm:prSet/>
      <dgm:spPr/>
      <dgm:t>
        <a:bodyPr/>
        <a:lstStyle/>
        <a:p>
          <a:endParaRPr lang="en-US"/>
        </a:p>
      </dgm:t>
    </dgm:pt>
    <dgm:pt modelId="{94F16A23-FF11-47C5-9BC1-3E64228F7185}">
      <dgm:prSet/>
      <dgm:spPr/>
      <dgm:t>
        <a:bodyPr/>
        <a:lstStyle/>
        <a:p>
          <a:pPr>
            <a:defRPr cap="all"/>
          </a:pPr>
          <a:r>
            <a:rPr lang="en-PK" b="1" dirty="0"/>
            <a:t>Salinity Intrusion Vectors:</a:t>
          </a:r>
          <a:r>
            <a:rPr lang="en-PK" dirty="0"/>
            <a:t> Linear gradient arrows pointing out coastal seawater mixing.</a:t>
          </a:r>
          <a:endParaRPr lang="en-US" dirty="0"/>
        </a:p>
      </dgm:t>
    </dgm:pt>
    <dgm:pt modelId="{136BC45B-C5DD-4FCA-B1A3-D93F7C528600}" type="parTrans" cxnId="{379A97AD-FFAA-4E8B-87FD-B231346CEE2A}">
      <dgm:prSet/>
      <dgm:spPr/>
      <dgm:t>
        <a:bodyPr/>
        <a:lstStyle/>
        <a:p>
          <a:endParaRPr lang="en-US"/>
        </a:p>
      </dgm:t>
    </dgm:pt>
    <dgm:pt modelId="{31A63253-7B5D-444A-BDB4-E325ECEF6A76}" type="sibTrans" cxnId="{379A97AD-FFAA-4E8B-87FD-B231346CEE2A}">
      <dgm:prSet/>
      <dgm:spPr/>
      <dgm:t>
        <a:bodyPr/>
        <a:lstStyle/>
        <a:p>
          <a:endParaRPr lang="en-US"/>
        </a:p>
      </dgm:t>
    </dgm:pt>
    <dgm:pt modelId="{464D25BF-47BF-462F-A7F9-737DE1D6AE06}" type="pres">
      <dgm:prSet presAssocID="{E2F6FBCD-7F44-432D-BCED-54529CA59806}" presName="root" presStyleCnt="0">
        <dgm:presLayoutVars>
          <dgm:dir/>
          <dgm:resizeHandles val="exact"/>
        </dgm:presLayoutVars>
      </dgm:prSet>
      <dgm:spPr/>
    </dgm:pt>
    <dgm:pt modelId="{F9D1575A-E901-4F80-94BA-147E13F4CCBB}" type="pres">
      <dgm:prSet presAssocID="{A5CFAFB1-860D-41B8-8B7A-D538D77C9362}" presName="compNode" presStyleCnt="0"/>
      <dgm:spPr/>
    </dgm:pt>
    <dgm:pt modelId="{0AD94D17-B150-406C-9DC8-F40A9118C2A7}" type="pres">
      <dgm:prSet presAssocID="{A5CFAFB1-860D-41B8-8B7A-D538D77C9362}" presName="iconBgRect" presStyleLbl="bgShp" presStyleIdx="0" presStyleCnt="3"/>
      <dgm:spPr/>
    </dgm:pt>
    <dgm:pt modelId="{182E6744-C796-44F4-AF19-B244CA20F34F}" type="pres">
      <dgm:prSet presAssocID="{A5CFAFB1-860D-41B8-8B7A-D538D77C9362}"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cale"/>
        </a:ext>
      </dgm:extLst>
    </dgm:pt>
    <dgm:pt modelId="{1B2B80E3-0CA3-42CB-AD4D-F22FFC47E457}" type="pres">
      <dgm:prSet presAssocID="{A5CFAFB1-860D-41B8-8B7A-D538D77C9362}" presName="spaceRect" presStyleCnt="0"/>
      <dgm:spPr/>
    </dgm:pt>
    <dgm:pt modelId="{C38DC533-5852-442C-BDA6-13B4C87A9FBE}" type="pres">
      <dgm:prSet presAssocID="{A5CFAFB1-860D-41B8-8B7A-D538D77C9362}" presName="textRect" presStyleLbl="revTx" presStyleIdx="0" presStyleCnt="3">
        <dgm:presLayoutVars>
          <dgm:chMax val="1"/>
          <dgm:chPref val="1"/>
        </dgm:presLayoutVars>
      </dgm:prSet>
      <dgm:spPr/>
    </dgm:pt>
    <dgm:pt modelId="{C547B82F-F6BE-4C43-9692-F6C9CF2FC616}" type="pres">
      <dgm:prSet presAssocID="{3F628B39-4B82-46E1-8782-BB6EA2D99A79}" presName="sibTrans" presStyleCnt="0"/>
      <dgm:spPr/>
    </dgm:pt>
    <dgm:pt modelId="{30CD3693-ABB9-410D-BE02-7823DDDC4F1C}" type="pres">
      <dgm:prSet presAssocID="{954DE32D-3FE6-481F-BD5D-5FEB96989A46}" presName="compNode" presStyleCnt="0"/>
      <dgm:spPr/>
    </dgm:pt>
    <dgm:pt modelId="{FB3078CB-8E58-4B55-B7BC-B10C0D7A4A1A}" type="pres">
      <dgm:prSet presAssocID="{954DE32D-3FE6-481F-BD5D-5FEB96989A46}" presName="iconBgRect" presStyleLbl="bgShp" presStyleIdx="1" presStyleCnt="3"/>
      <dgm:spPr/>
    </dgm:pt>
    <dgm:pt modelId="{FB95AC7A-C652-491C-9281-1A381E0DC248}" type="pres">
      <dgm:prSet presAssocID="{954DE32D-3FE6-481F-BD5D-5FEB96989A46}"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5F476055-541F-41C0-9B7C-8A9EC487601D}" type="pres">
      <dgm:prSet presAssocID="{954DE32D-3FE6-481F-BD5D-5FEB96989A46}" presName="spaceRect" presStyleCnt="0"/>
      <dgm:spPr/>
    </dgm:pt>
    <dgm:pt modelId="{760DB439-3BA0-42D4-9269-C3CE67875D8C}" type="pres">
      <dgm:prSet presAssocID="{954DE32D-3FE6-481F-BD5D-5FEB96989A46}" presName="textRect" presStyleLbl="revTx" presStyleIdx="1" presStyleCnt="3">
        <dgm:presLayoutVars>
          <dgm:chMax val="1"/>
          <dgm:chPref val="1"/>
        </dgm:presLayoutVars>
      </dgm:prSet>
      <dgm:spPr/>
    </dgm:pt>
    <dgm:pt modelId="{B4284FC0-0496-448C-B76A-002779DEC470}" type="pres">
      <dgm:prSet presAssocID="{3D3ACDED-E5B1-49D6-96D7-32D72EF8C566}" presName="sibTrans" presStyleCnt="0"/>
      <dgm:spPr/>
    </dgm:pt>
    <dgm:pt modelId="{17E83749-93DD-4927-91C5-6DF569AA3DA6}" type="pres">
      <dgm:prSet presAssocID="{94F16A23-FF11-47C5-9BC1-3E64228F7185}" presName="compNode" presStyleCnt="0"/>
      <dgm:spPr/>
    </dgm:pt>
    <dgm:pt modelId="{D880C151-9B1D-43D1-AF01-332BD43C59D4}" type="pres">
      <dgm:prSet presAssocID="{94F16A23-FF11-47C5-9BC1-3E64228F7185}" presName="iconBgRect" presStyleLbl="bgShp" presStyleIdx="2" presStyleCnt="3"/>
      <dgm:spPr/>
    </dgm:pt>
    <dgm:pt modelId="{C7570ACF-9790-4B55-96F9-9482BB682C7C}" type="pres">
      <dgm:prSet presAssocID="{94F16A23-FF11-47C5-9BC1-3E64228F7185}" presName="iconRect" presStyleLbl="node1" presStyleIdx="2" presStyleCnt="3"/>
      <dgm:spPr>
        <a:blipFill rotWithShape="1">
          <a:blip xmlns:r="http://schemas.openxmlformats.org/officeDocument/2006/relationships" r:embed="rId3"/>
          <a:srcRect/>
          <a:stretch>
            <a:fillRect l="-41000" r="-41000"/>
          </a:stretch>
        </a:blipFill>
        <a:ln>
          <a:noFill/>
        </a:ln>
      </dgm:spPr>
      <dgm:extLst>
        <a:ext uri="{E40237B7-FDA0-4F09-8148-C483321AD2D9}">
          <dgm14:cNvPr xmlns:dgm14="http://schemas.microsoft.com/office/drawing/2010/diagram" id="0" name="" descr="Wave"/>
        </a:ext>
      </dgm:extLst>
    </dgm:pt>
    <dgm:pt modelId="{09025E19-ACBE-4CBE-AD00-360F4349E21A}" type="pres">
      <dgm:prSet presAssocID="{94F16A23-FF11-47C5-9BC1-3E64228F7185}" presName="spaceRect" presStyleCnt="0"/>
      <dgm:spPr/>
    </dgm:pt>
    <dgm:pt modelId="{41FA70F1-1290-40E3-833E-26DDEA010485}" type="pres">
      <dgm:prSet presAssocID="{94F16A23-FF11-47C5-9BC1-3E64228F7185}" presName="textRect" presStyleLbl="revTx" presStyleIdx="2" presStyleCnt="3">
        <dgm:presLayoutVars>
          <dgm:chMax val="1"/>
          <dgm:chPref val="1"/>
        </dgm:presLayoutVars>
      </dgm:prSet>
      <dgm:spPr/>
    </dgm:pt>
  </dgm:ptLst>
  <dgm:cxnLst>
    <dgm:cxn modelId="{4174D73E-BDE5-47E4-9D7D-79652467AB80}" type="presOf" srcId="{E2F6FBCD-7F44-432D-BCED-54529CA59806}" destId="{464D25BF-47BF-462F-A7F9-737DE1D6AE06}" srcOrd="0" destOrd="0" presId="urn:microsoft.com/office/officeart/2018/5/layout/IconCircleLabelList"/>
    <dgm:cxn modelId="{B6B19E8A-DBAA-4B37-917B-7738FC00BE0A}" type="presOf" srcId="{A5CFAFB1-860D-41B8-8B7A-D538D77C9362}" destId="{C38DC533-5852-442C-BDA6-13B4C87A9FBE}" srcOrd="0" destOrd="0" presId="urn:microsoft.com/office/officeart/2018/5/layout/IconCircleLabelList"/>
    <dgm:cxn modelId="{E1AF938E-EBCC-4A78-93EF-1A3434B91EE7}" type="presOf" srcId="{94F16A23-FF11-47C5-9BC1-3E64228F7185}" destId="{41FA70F1-1290-40E3-833E-26DDEA010485}" srcOrd="0" destOrd="0" presId="urn:microsoft.com/office/officeart/2018/5/layout/IconCircleLabelList"/>
    <dgm:cxn modelId="{379A97AD-FFAA-4E8B-87FD-B231346CEE2A}" srcId="{E2F6FBCD-7F44-432D-BCED-54529CA59806}" destId="{94F16A23-FF11-47C5-9BC1-3E64228F7185}" srcOrd="2" destOrd="0" parTransId="{136BC45B-C5DD-4FCA-B1A3-D93F7C528600}" sibTransId="{31A63253-7B5D-444A-BDB4-E325ECEF6A76}"/>
    <dgm:cxn modelId="{F12D08D3-F529-416A-AE61-D072B00253F4}" type="presOf" srcId="{954DE32D-3FE6-481F-BD5D-5FEB96989A46}" destId="{760DB439-3BA0-42D4-9269-C3CE67875D8C}" srcOrd="0" destOrd="0" presId="urn:microsoft.com/office/officeart/2018/5/layout/IconCircleLabelList"/>
    <dgm:cxn modelId="{677091E1-D68A-43A9-902F-62A9CA390865}" srcId="{E2F6FBCD-7F44-432D-BCED-54529CA59806}" destId="{A5CFAFB1-860D-41B8-8B7A-D538D77C9362}" srcOrd="0" destOrd="0" parTransId="{4A649C3D-451B-4D4F-B0A9-0826FB85AC92}" sibTransId="{3F628B39-4B82-46E1-8782-BB6EA2D99A79}"/>
    <dgm:cxn modelId="{3F36EBEC-3ED2-496A-9EA8-4AFBC688486A}" srcId="{E2F6FBCD-7F44-432D-BCED-54529CA59806}" destId="{954DE32D-3FE6-481F-BD5D-5FEB96989A46}" srcOrd="1" destOrd="0" parTransId="{97833A3F-775F-4260-97DC-8CA152F15FA4}" sibTransId="{3D3ACDED-E5B1-49D6-96D7-32D72EF8C566}"/>
    <dgm:cxn modelId="{5788901D-F121-49B3-9942-BA81F72B783E}" type="presParOf" srcId="{464D25BF-47BF-462F-A7F9-737DE1D6AE06}" destId="{F9D1575A-E901-4F80-94BA-147E13F4CCBB}" srcOrd="0" destOrd="0" presId="urn:microsoft.com/office/officeart/2018/5/layout/IconCircleLabelList"/>
    <dgm:cxn modelId="{2BA7BEA9-60CE-4E06-B040-E0F51A796759}" type="presParOf" srcId="{F9D1575A-E901-4F80-94BA-147E13F4CCBB}" destId="{0AD94D17-B150-406C-9DC8-F40A9118C2A7}" srcOrd="0" destOrd="0" presId="urn:microsoft.com/office/officeart/2018/5/layout/IconCircleLabelList"/>
    <dgm:cxn modelId="{110B4F33-7CA3-4C0A-B217-18F50A86F451}" type="presParOf" srcId="{F9D1575A-E901-4F80-94BA-147E13F4CCBB}" destId="{182E6744-C796-44F4-AF19-B244CA20F34F}" srcOrd="1" destOrd="0" presId="urn:microsoft.com/office/officeart/2018/5/layout/IconCircleLabelList"/>
    <dgm:cxn modelId="{DAE6D3AF-FE3D-48A4-89C7-D6BE2539A5CA}" type="presParOf" srcId="{F9D1575A-E901-4F80-94BA-147E13F4CCBB}" destId="{1B2B80E3-0CA3-42CB-AD4D-F22FFC47E457}" srcOrd="2" destOrd="0" presId="urn:microsoft.com/office/officeart/2018/5/layout/IconCircleLabelList"/>
    <dgm:cxn modelId="{801A2262-8438-4C64-9FF7-0EEAF226AE36}" type="presParOf" srcId="{F9D1575A-E901-4F80-94BA-147E13F4CCBB}" destId="{C38DC533-5852-442C-BDA6-13B4C87A9FBE}" srcOrd="3" destOrd="0" presId="urn:microsoft.com/office/officeart/2018/5/layout/IconCircleLabelList"/>
    <dgm:cxn modelId="{A776A8B1-CF11-4C09-AECF-9B2A3FA1FB3E}" type="presParOf" srcId="{464D25BF-47BF-462F-A7F9-737DE1D6AE06}" destId="{C547B82F-F6BE-4C43-9692-F6C9CF2FC616}" srcOrd="1" destOrd="0" presId="urn:microsoft.com/office/officeart/2018/5/layout/IconCircleLabelList"/>
    <dgm:cxn modelId="{79769354-46B9-4ABE-A090-1EA239885314}" type="presParOf" srcId="{464D25BF-47BF-462F-A7F9-737DE1D6AE06}" destId="{30CD3693-ABB9-410D-BE02-7823DDDC4F1C}" srcOrd="2" destOrd="0" presId="urn:microsoft.com/office/officeart/2018/5/layout/IconCircleLabelList"/>
    <dgm:cxn modelId="{FD177728-6798-417A-AADE-0293C49A08D7}" type="presParOf" srcId="{30CD3693-ABB9-410D-BE02-7823DDDC4F1C}" destId="{FB3078CB-8E58-4B55-B7BC-B10C0D7A4A1A}" srcOrd="0" destOrd="0" presId="urn:microsoft.com/office/officeart/2018/5/layout/IconCircleLabelList"/>
    <dgm:cxn modelId="{54D9CF99-A906-4403-A448-BF90583A7268}" type="presParOf" srcId="{30CD3693-ABB9-410D-BE02-7823DDDC4F1C}" destId="{FB95AC7A-C652-491C-9281-1A381E0DC248}" srcOrd="1" destOrd="0" presId="urn:microsoft.com/office/officeart/2018/5/layout/IconCircleLabelList"/>
    <dgm:cxn modelId="{9168C672-DDB2-42A3-A06D-C670439D3D58}" type="presParOf" srcId="{30CD3693-ABB9-410D-BE02-7823DDDC4F1C}" destId="{5F476055-541F-41C0-9B7C-8A9EC487601D}" srcOrd="2" destOrd="0" presId="urn:microsoft.com/office/officeart/2018/5/layout/IconCircleLabelList"/>
    <dgm:cxn modelId="{9A32017F-9E63-44A6-B543-B5F0852D22E5}" type="presParOf" srcId="{30CD3693-ABB9-410D-BE02-7823DDDC4F1C}" destId="{760DB439-3BA0-42D4-9269-C3CE67875D8C}" srcOrd="3" destOrd="0" presId="urn:microsoft.com/office/officeart/2018/5/layout/IconCircleLabelList"/>
    <dgm:cxn modelId="{1F9853ED-0E7B-4996-AB32-D0AE03059F6F}" type="presParOf" srcId="{464D25BF-47BF-462F-A7F9-737DE1D6AE06}" destId="{B4284FC0-0496-448C-B76A-002779DEC470}" srcOrd="3" destOrd="0" presId="urn:microsoft.com/office/officeart/2018/5/layout/IconCircleLabelList"/>
    <dgm:cxn modelId="{C49EA3AC-3B14-48D6-8673-E48CE1676B02}" type="presParOf" srcId="{464D25BF-47BF-462F-A7F9-737DE1D6AE06}" destId="{17E83749-93DD-4927-91C5-6DF569AA3DA6}" srcOrd="4" destOrd="0" presId="urn:microsoft.com/office/officeart/2018/5/layout/IconCircleLabelList"/>
    <dgm:cxn modelId="{4A583411-CBDA-4248-B253-B41934ABAAA7}" type="presParOf" srcId="{17E83749-93DD-4927-91C5-6DF569AA3DA6}" destId="{D880C151-9B1D-43D1-AF01-332BD43C59D4}" srcOrd="0" destOrd="0" presId="urn:microsoft.com/office/officeart/2018/5/layout/IconCircleLabelList"/>
    <dgm:cxn modelId="{C864C579-AA67-45D8-8639-8C74A9B629BA}" type="presParOf" srcId="{17E83749-93DD-4927-91C5-6DF569AA3DA6}" destId="{C7570ACF-9790-4B55-96F9-9482BB682C7C}" srcOrd="1" destOrd="0" presId="urn:microsoft.com/office/officeart/2018/5/layout/IconCircleLabelList"/>
    <dgm:cxn modelId="{41BCA90C-DBFB-404A-96BA-CF64E720E6B3}" type="presParOf" srcId="{17E83749-93DD-4927-91C5-6DF569AA3DA6}" destId="{09025E19-ACBE-4CBE-AD00-360F4349E21A}" srcOrd="2" destOrd="0" presId="urn:microsoft.com/office/officeart/2018/5/layout/IconCircleLabelList"/>
    <dgm:cxn modelId="{5BCC7E83-1D12-45A2-8A2B-FE6157229DBE}" type="presParOf" srcId="{17E83749-93DD-4927-91C5-6DF569AA3DA6}" destId="{41FA70F1-1290-40E3-833E-26DDEA010485}"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8541782-2E7E-4FB7-B02A-3169316E5199}" type="doc">
      <dgm:prSet loTypeId="urn:microsoft.com/office/officeart/2018/2/layout/IconVerticalSolidList" loCatId="icon" qsTypeId="urn:microsoft.com/office/officeart/2005/8/quickstyle/simple4" qsCatId="simple" csTypeId="urn:microsoft.com/office/officeart/2005/8/colors/colorful2" csCatId="colorful" phldr="1"/>
      <dgm:spPr/>
      <dgm:t>
        <a:bodyPr/>
        <a:lstStyle/>
        <a:p>
          <a:endParaRPr lang="en-US"/>
        </a:p>
      </dgm:t>
    </dgm:pt>
    <dgm:pt modelId="{7C7C648B-3FE6-45CA-8877-26E77487BF10}">
      <dgm:prSet/>
      <dgm:spPr/>
      <dgm:t>
        <a:bodyPr/>
        <a:lstStyle/>
        <a:p>
          <a:pPr>
            <a:lnSpc>
              <a:spcPct val="100000"/>
            </a:lnSpc>
          </a:pPr>
          <a:r>
            <a:rPr lang="en-PK" b="1"/>
            <a:t>Decadal Trend Lines:</a:t>
          </a:r>
          <a:r>
            <a:rPr lang="en-PK"/>
            <a:t> Multi-colored trajectory lines tracking long-term warming.</a:t>
          </a:r>
          <a:endParaRPr lang="en-US"/>
        </a:p>
      </dgm:t>
    </dgm:pt>
    <dgm:pt modelId="{87E6A717-7A42-4F30-85FC-970DEE63BA26}" type="parTrans" cxnId="{F88951D0-578B-4F26-8D30-3090B4D00173}">
      <dgm:prSet/>
      <dgm:spPr/>
      <dgm:t>
        <a:bodyPr/>
        <a:lstStyle/>
        <a:p>
          <a:endParaRPr lang="en-US"/>
        </a:p>
      </dgm:t>
    </dgm:pt>
    <dgm:pt modelId="{121846A0-1DFC-4F72-91BC-4864CB5C062F}" type="sibTrans" cxnId="{F88951D0-578B-4F26-8D30-3090B4D00173}">
      <dgm:prSet/>
      <dgm:spPr/>
      <dgm:t>
        <a:bodyPr/>
        <a:lstStyle/>
        <a:p>
          <a:endParaRPr lang="en-US"/>
        </a:p>
      </dgm:t>
    </dgm:pt>
    <dgm:pt modelId="{42A671F4-075C-46AE-9B3A-BDD0A10DB8EA}">
      <dgm:prSet/>
      <dgm:spPr/>
      <dgm:t>
        <a:bodyPr/>
        <a:lstStyle/>
        <a:p>
          <a:pPr>
            <a:lnSpc>
              <a:spcPct val="100000"/>
            </a:lnSpc>
          </a:pPr>
          <a:r>
            <a:rPr lang="en-PK" b="1" dirty="0"/>
            <a:t>Scenario Matrix Blocks:</a:t>
          </a:r>
          <a:r>
            <a:rPr lang="en-PK" dirty="0"/>
            <a:t> Side-by-side comparison tiles simulating extreme weather.</a:t>
          </a:r>
          <a:endParaRPr lang="en-US" dirty="0"/>
        </a:p>
      </dgm:t>
    </dgm:pt>
    <dgm:pt modelId="{3702293F-65E8-43B4-8052-BD048A063E74}" type="parTrans" cxnId="{5C13FBB5-A741-4CBD-B742-B459AA70A0E9}">
      <dgm:prSet/>
      <dgm:spPr/>
      <dgm:t>
        <a:bodyPr/>
        <a:lstStyle/>
        <a:p>
          <a:endParaRPr lang="en-US"/>
        </a:p>
      </dgm:t>
    </dgm:pt>
    <dgm:pt modelId="{273DA6AB-F5CD-4937-9469-0FD527195CE0}" type="sibTrans" cxnId="{5C13FBB5-A741-4CBD-B742-B459AA70A0E9}">
      <dgm:prSet/>
      <dgm:spPr/>
      <dgm:t>
        <a:bodyPr/>
        <a:lstStyle/>
        <a:p>
          <a:endParaRPr lang="en-US"/>
        </a:p>
      </dgm:t>
    </dgm:pt>
    <dgm:pt modelId="{2E11A4FC-F785-4D3C-A8A3-FD82EB95FEE8}">
      <dgm:prSet/>
      <dgm:spPr/>
      <dgm:t>
        <a:bodyPr/>
        <a:lstStyle/>
        <a:p>
          <a:pPr>
            <a:lnSpc>
              <a:spcPct val="100000"/>
            </a:lnSpc>
          </a:pPr>
          <a:r>
            <a:rPr lang="en-PK" b="1" dirty="0"/>
            <a:t>Glacial Melt Timelines:</a:t>
          </a:r>
          <a:r>
            <a:rPr lang="en-PK" dirty="0"/>
            <a:t> Graphic progress bars visualizing ice reserve losses.</a:t>
          </a:r>
          <a:endParaRPr lang="en-US" dirty="0"/>
        </a:p>
      </dgm:t>
    </dgm:pt>
    <dgm:pt modelId="{DDE9285F-1E27-47C4-A177-34794C88F8C9}" type="parTrans" cxnId="{1DDFEFBB-5476-44BC-8748-F487A780AFA4}">
      <dgm:prSet/>
      <dgm:spPr/>
      <dgm:t>
        <a:bodyPr/>
        <a:lstStyle/>
        <a:p>
          <a:endParaRPr lang="en-US"/>
        </a:p>
      </dgm:t>
    </dgm:pt>
    <dgm:pt modelId="{B5B2EBF7-1E9F-4FBA-B06A-25E460B9C4C5}" type="sibTrans" cxnId="{1DDFEFBB-5476-44BC-8748-F487A780AFA4}">
      <dgm:prSet/>
      <dgm:spPr/>
      <dgm:t>
        <a:bodyPr/>
        <a:lstStyle/>
        <a:p>
          <a:endParaRPr lang="en-US"/>
        </a:p>
      </dgm:t>
    </dgm:pt>
    <dgm:pt modelId="{F9D92CA6-FC58-4904-B5E3-A991DCE0AAAD}" type="pres">
      <dgm:prSet presAssocID="{68541782-2E7E-4FB7-B02A-3169316E5199}" presName="root" presStyleCnt="0">
        <dgm:presLayoutVars>
          <dgm:dir/>
          <dgm:resizeHandles val="exact"/>
        </dgm:presLayoutVars>
      </dgm:prSet>
      <dgm:spPr/>
    </dgm:pt>
    <dgm:pt modelId="{030D68E8-D5EB-4C9F-8F2D-D83B815474DA}" type="pres">
      <dgm:prSet presAssocID="{7C7C648B-3FE6-45CA-8877-26E77487BF10}" presName="compNode" presStyleCnt="0"/>
      <dgm:spPr/>
    </dgm:pt>
    <dgm:pt modelId="{139E1216-8484-44B4-B1C2-4FAFA3FD766B}" type="pres">
      <dgm:prSet presAssocID="{7C7C648B-3FE6-45CA-8877-26E77487BF10}" presName="bgRect" presStyleLbl="bgShp" presStyleIdx="0" presStyleCnt="3"/>
      <dgm:spPr/>
    </dgm:pt>
    <dgm:pt modelId="{0ADA997D-312B-4FAA-BD04-2EEA162A7B5A}" type="pres">
      <dgm:prSet presAssocID="{7C7C648B-3FE6-45CA-8877-26E77487BF10}" presName="iconRect" presStyleLbl="node1" presStyleIdx="0" presStyleCnt="3"/>
      <dgm:spPr/>
    </dgm:pt>
    <dgm:pt modelId="{5BD27D73-83C8-4071-BA8B-255CA81B7A99}" type="pres">
      <dgm:prSet presAssocID="{7C7C648B-3FE6-45CA-8877-26E77487BF10}" presName="spaceRect" presStyleCnt="0"/>
      <dgm:spPr/>
    </dgm:pt>
    <dgm:pt modelId="{13A7AE2E-59FD-46F0-8BD4-2484BEE8B726}" type="pres">
      <dgm:prSet presAssocID="{7C7C648B-3FE6-45CA-8877-26E77487BF10}" presName="parTx" presStyleLbl="revTx" presStyleIdx="0" presStyleCnt="3">
        <dgm:presLayoutVars>
          <dgm:chMax val="0"/>
          <dgm:chPref val="0"/>
        </dgm:presLayoutVars>
      </dgm:prSet>
      <dgm:spPr/>
    </dgm:pt>
    <dgm:pt modelId="{D55FACBF-D677-48D7-BB6B-7EF62B8B4F6F}" type="pres">
      <dgm:prSet presAssocID="{121846A0-1DFC-4F72-91BC-4864CB5C062F}" presName="sibTrans" presStyleCnt="0"/>
      <dgm:spPr/>
    </dgm:pt>
    <dgm:pt modelId="{7AF10614-0B2E-4250-9ABB-ABC51933CA4C}" type="pres">
      <dgm:prSet presAssocID="{42A671F4-075C-46AE-9B3A-BDD0A10DB8EA}" presName="compNode" presStyleCnt="0"/>
      <dgm:spPr/>
    </dgm:pt>
    <dgm:pt modelId="{D4628E44-3756-4147-AEDC-EDF32643B97D}" type="pres">
      <dgm:prSet presAssocID="{42A671F4-075C-46AE-9B3A-BDD0A10DB8EA}" presName="bgRect" presStyleLbl="bgShp" presStyleIdx="1" presStyleCnt="3"/>
      <dgm:spPr/>
    </dgm:pt>
    <dgm:pt modelId="{EB079A05-A578-4040-8BE0-7F329F2C72B4}" type="pres">
      <dgm:prSet presAssocID="{42A671F4-075C-46AE-9B3A-BDD0A10DB8EA}" presName="iconRect" presStyleLbl="node1" presStyleIdx="1" presStyleCnt="3"/>
      <dgm:spPr/>
    </dgm:pt>
    <dgm:pt modelId="{C2D12ED4-1AA8-4B87-A204-5D7506D15901}" type="pres">
      <dgm:prSet presAssocID="{42A671F4-075C-46AE-9B3A-BDD0A10DB8EA}" presName="spaceRect" presStyleCnt="0"/>
      <dgm:spPr/>
    </dgm:pt>
    <dgm:pt modelId="{399EF71F-3F75-4523-A449-1AD074A362EE}" type="pres">
      <dgm:prSet presAssocID="{42A671F4-075C-46AE-9B3A-BDD0A10DB8EA}" presName="parTx" presStyleLbl="revTx" presStyleIdx="1" presStyleCnt="3">
        <dgm:presLayoutVars>
          <dgm:chMax val="0"/>
          <dgm:chPref val="0"/>
        </dgm:presLayoutVars>
      </dgm:prSet>
      <dgm:spPr/>
    </dgm:pt>
    <dgm:pt modelId="{E8FD5E58-81C8-434B-9DB3-5378E46826E8}" type="pres">
      <dgm:prSet presAssocID="{273DA6AB-F5CD-4937-9469-0FD527195CE0}" presName="sibTrans" presStyleCnt="0"/>
      <dgm:spPr/>
    </dgm:pt>
    <dgm:pt modelId="{953B2417-6C24-46FB-96BF-8FAB6C9EB04B}" type="pres">
      <dgm:prSet presAssocID="{2E11A4FC-F785-4D3C-A8A3-FD82EB95FEE8}" presName="compNode" presStyleCnt="0"/>
      <dgm:spPr/>
    </dgm:pt>
    <dgm:pt modelId="{19CAD348-C5A6-4329-B649-BAAB271197E6}" type="pres">
      <dgm:prSet presAssocID="{2E11A4FC-F785-4D3C-A8A3-FD82EB95FEE8}" presName="bgRect" presStyleLbl="bgShp" presStyleIdx="2" presStyleCnt="3"/>
      <dgm:spPr/>
    </dgm:pt>
    <dgm:pt modelId="{63759198-59EB-4103-8CC4-59FFB0FAE57B}" type="pres">
      <dgm:prSet presAssocID="{2E11A4FC-F785-4D3C-A8A3-FD82EB95FEE8}" presName="iconRect" presStyleLbl="node1" presStyleIdx="2" presStyleCnt="3"/>
      <dgm:spPr/>
    </dgm:pt>
    <dgm:pt modelId="{55FF9641-36AF-4BB7-BE58-1CB9B01ACB31}" type="pres">
      <dgm:prSet presAssocID="{2E11A4FC-F785-4D3C-A8A3-FD82EB95FEE8}" presName="spaceRect" presStyleCnt="0"/>
      <dgm:spPr/>
    </dgm:pt>
    <dgm:pt modelId="{06520ED4-41AE-4EC4-8798-E74291976D0E}" type="pres">
      <dgm:prSet presAssocID="{2E11A4FC-F785-4D3C-A8A3-FD82EB95FEE8}" presName="parTx" presStyleLbl="revTx" presStyleIdx="2" presStyleCnt="3">
        <dgm:presLayoutVars>
          <dgm:chMax val="0"/>
          <dgm:chPref val="0"/>
        </dgm:presLayoutVars>
      </dgm:prSet>
      <dgm:spPr/>
    </dgm:pt>
  </dgm:ptLst>
  <dgm:cxnLst>
    <dgm:cxn modelId="{9B883B10-04AC-4FC5-9AD2-E44B007B4E65}" type="presOf" srcId="{2E11A4FC-F785-4D3C-A8A3-FD82EB95FEE8}" destId="{06520ED4-41AE-4EC4-8798-E74291976D0E}" srcOrd="0" destOrd="0" presId="urn:microsoft.com/office/officeart/2018/2/layout/IconVerticalSolidList"/>
    <dgm:cxn modelId="{4C099873-344D-40B3-BE2D-8A348801F035}" type="presOf" srcId="{7C7C648B-3FE6-45CA-8877-26E77487BF10}" destId="{13A7AE2E-59FD-46F0-8BD4-2484BEE8B726}" srcOrd="0" destOrd="0" presId="urn:microsoft.com/office/officeart/2018/2/layout/IconVerticalSolidList"/>
    <dgm:cxn modelId="{CDEF5C91-4D93-4922-BF18-EECAADFA12E2}" type="presOf" srcId="{42A671F4-075C-46AE-9B3A-BDD0A10DB8EA}" destId="{399EF71F-3F75-4523-A449-1AD074A362EE}" srcOrd="0" destOrd="0" presId="urn:microsoft.com/office/officeart/2018/2/layout/IconVerticalSolidList"/>
    <dgm:cxn modelId="{A48F3DA8-C85F-4C1D-838A-5110A650E14F}" type="presOf" srcId="{68541782-2E7E-4FB7-B02A-3169316E5199}" destId="{F9D92CA6-FC58-4904-B5E3-A991DCE0AAAD}" srcOrd="0" destOrd="0" presId="urn:microsoft.com/office/officeart/2018/2/layout/IconVerticalSolidList"/>
    <dgm:cxn modelId="{5C13FBB5-A741-4CBD-B742-B459AA70A0E9}" srcId="{68541782-2E7E-4FB7-B02A-3169316E5199}" destId="{42A671F4-075C-46AE-9B3A-BDD0A10DB8EA}" srcOrd="1" destOrd="0" parTransId="{3702293F-65E8-43B4-8052-BD048A063E74}" sibTransId="{273DA6AB-F5CD-4937-9469-0FD527195CE0}"/>
    <dgm:cxn modelId="{1DDFEFBB-5476-44BC-8748-F487A780AFA4}" srcId="{68541782-2E7E-4FB7-B02A-3169316E5199}" destId="{2E11A4FC-F785-4D3C-A8A3-FD82EB95FEE8}" srcOrd="2" destOrd="0" parTransId="{DDE9285F-1E27-47C4-A177-34794C88F8C9}" sibTransId="{B5B2EBF7-1E9F-4FBA-B06A-25E460B9C4C5}"/>
    <dgm:cxn modelId="{F88951D0-578B-4F26-8D30-3090B4D00173}" srcId="{68541782-2E7E-4FB7-B02A-3169316E5199}" destId="{7C7C648B-3FE6-45CA-8877-26E77487BF10}" srcOrd="0" destOrd="0" parTransId="{87E6A717-7A42-4F30-85FC-970DEE63BA26}" sibTransId="{121846A0-1DFC-4F72-91BC-4864CB5C062F}"/>
    <dgm:cxn modelId="{C71799A4-32F6-4DD5-8CEB-653FBC9BDBD3}" type="presParOf" srcId="{F9D92CA6-FC58-4904-B5E3-A991DCE0AAAD}" destId="{030D68E8-D5EB-4C9F-8F2D-D83B815474DA}" srcOrd="0" destOrd="0" presId="urn:microsoft.com/office/officeart/2018/2/layout/IconVerticalSolidList"/>
    <dgm:cxn modelId="{F3693025-4C6F-4611-B5FA-EA60D5A09C28}" type="presParOf" srcId="{030D68E8-D5EB-4C9F-8F2D-D83B815474DA}" destId="{139E1216-8484-44B4-B1C2-4FAFA3FD766B}" srcOrd="0" destOrd="0" presId="urn:microsoft.com/office/officeart/2018/2/layout/IconVerticalSolidList"/>
    <dgm:cxn modelId="{A0C7582C-5312-4B1E-84C6-7EB31709473B}" type="presParOf" srcId="{030D68E8-D5EB-4C9F-8F2D-D83B815474DA}" destId="{0ADA997D-312B-4FAA-BD04-2EEA162A7B5A}" srcOrd="1" destOrd="0" presId="urn:microsoft.com/office/officeart/2018/2/layout/IconVerticalSolidList"/>
    <dgm:cxn modelId="{FA8E2CBC-A3C7-4D33-9B16-398AA5380DC0}" type="presParOf" srcId="{030D68E8-D5EB-4C9F-8F2D-D83B815474DA}" destId="{5BD27D73-83C8-4071-BA8B-255CA81B7A99}" srcOrd="2" destOrd="0" presId="urn:microsoft.com/office/officeart/2018/2/layout/IconVerticalSolidList"/>
    <dgm:cxn modelId="{87C16BAC-6CDB-4731-B38A-203BBF92E4CD}" type="presParOf" srcId="{030D68E8-D5EB-4C9F-8F2D-D83B815474DA}" destId="{13A7AE2E-59FD-46F0-8BD4-2484BEE8B726}" srcOrd="3" destOrd="0" presId="urn:microsoft.com/office/officeart/2018/2/layout/IconVerticalSolidList"/>
    <dgm:cxn modelId="{0A880780-10EE-44D3-A13D-239B2179E100}" type="presParOf" srcId="{F9D92CA6-FC58-4904-B5E3-A991DCE0AAAD}" destId="{D55FACBF-D677-48D7-BB6B-7EF62B8B4F6F}" srcOrd="1" destOrd="0" presId="urn:microsoft.com/office/officeart/2018/2/layout/IconVerticalSolidList"/>
    <dgm:cxn modelId="{154A5B28-31F8-454C-B322-41DF1B307349}" type="presParOf" srcId="{F9D92CA6-FC58-4904-B5E3-A991DCE0AAAD}" destId="{7AF10614-0B2E-4250-9ABB-ABC51933CA4C}" srcOrd="2" destOrd="0" presId="urn:microsoft.com/office/officeart/2018/2/layout/IconVerticalSolidList"/>
    <dgm:cxn modelId="{37E3F060-3C66-45BD-9CF9-D1D634E631F2}" type="presParOf" srcId="{7AF10614-0B2E-4250-9ABB-ABC51933CA4C}" destId="{D4628E44-3756-4147-AEDC-EDF32643B97D}" srcOrd="0" destOrd="0" presId="urn:microsoft.com/office/officeart/2018/2/layout/IconVerticalSolidList"/>
    <dgm:cxn modelId="{1A4092E2-C91D-4A40-AA2A-651B9EDC91FA}" type="presParOf" srcId="{7AF10614-0B2E-4250-9ABB-ABC51933CA4C}" destId="{EB079A05-A578-4040-8BE0-7F329F2C72B4}" srcOrd="1" destOrd="0" presId="urn:microsoft.com/office/officeart/2018/2/layout/IconVerticalSolidList"/>
    <dgm:cxn modelId="{E69D43B3-37E2-454B-B69E-3D3744A3977C}" type="presParOf" srcId="{7AF10614-0B2E-4250-9ABB-ABC51933CA4C}" destId="{C2D12ED4-1AA8-4B87-A204-5D7506D15901}" srcOrd="2" destOrd="0" presId="urn:microsoft.com/office/officeart/2018/2/layout/IconVerticalSolidList"/>
    <dgm:cxn modelId="{1EEE2C7A-BF8B-4851-826A-7EC317242571}" type="presParOf" srcId="{7AF10614-0B2E-4250-9ABB-ABC51933CA4C}" destId="{399EF71F-3F75-4523-A449-1AD074A362EE}" srcOrd="3" destOrd="0" presId="urn:microsoft.com/office/officeart/2018/2/layout/IconVerticalSolidList"/>
    <dgm:cxn modelId="{2B78EFD9-551B-434F-B6B3-30A93B235289}" type="presParOf" srcId="{F9D92CA6-FC58-4904-B5E3-A991DCE0AAAD}" destId="{E8FD5E58-81C8-434B-9DB3-5378E46826E8}" srcOrd="3" destOrd="0" presId="urn:microsoft.com/office/officeart/2018/2/layout/IconVerticalSolidList"/>
    <dgm:cxn modelId="{AA18EDD9-0571-4AFD-BBDE-AADC3DE729A9}" type="presParOf" srcId="{F9D92CA6-FC58-4904-B5E3-A991DCE0AAAD}" destId="{953B2417-6C24-46FB-96BF-8FAB6C9EB04B}" srcOrd="4" destOrd="0" presId="urn:microsoft.com/office/officeart/2018/2/layout/IconVerticalSolidList"/>
    <dgm:cxn modelId="{BCB5CE5E-6F4E-4ADA-9D5A-DB0A0D27F416}" type="presParOf" srcId="{953B2417-6C24-46FB-96BF-8FAB6C9EB04B}" destId="{19CAD348-C5A6-4329-B649-BAAB271197E6}" srcOrd="0" destOrd="0" presId="urn:microsoft.com/office/officeart/2018/2/layout/IconVerticalSolidList"/>
    <dgm:cxn modelId="{6399A535-1366-44C6-B82F-AE5D0EDC57AE}" type="presParOf" srcId="{953B2417-6C24-46FB-96BF-8FAB6C9EB04B}" destId="{63759198-59EB-4103-8CC4-59FFB0FAE57B}" srcOrd="1" destOrd="0" presId="urn:microsoft.com/office/officeart/2018/2/layout/IconVerticalSolidList"/>
    <dgm:cxn modelId="{24F35378-40FA-42EE-B18E-C1B2FDAFB252}" type="presParOf" srcId="{953B2417-6C24-46FB-96BF-8FAB6C9EB04B}" destId="{55FF9641-36AF-4BB7-BE58-1CB9B01ACB31}" srcOrd="2" destOrd="0" presId="urn:microsoft.com/office/officeart/2018/2/layout/IconVerticalSolidList"/>
    <dgm:cxn modelId="{8F7FB42D-BADB-4E46-9F08-293632015FC9}" type="presParOf" srcId="{953B2417-6C24-46FB-96BF-8FAB6C9EB04B}" destId="{06520ED4-41AE-4EC4-8798-E74291976D0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247ABC-47FB-441F-8023-BB7D48B14862}">
      <dsp:nvSpPr>
        <dsp:cNvPr id="0" name=""/>
        <dsp:cNvSpPr/>
      </dsp:nvSpPr>
      <dsp:spPr>
        <a:xfrm>
          <a:off x="464033" y="1708136"/>
          <a:ext cx="1626519" cy="1054086"/>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24000" r="-24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91CC61B-3C0C-48F0-BED1-CA82C9ACA288}">
      <dsp:nvSpPr>
        <dsp:cNvPr id="0" name=""/>
        <dsp:cNvSpPr/>
      </dsp:nvSpPr>
      <dsp:spPr>
        <a:xfrm>
          <a:off x="119175" y="2545339"/>
          <a:ext cx="2150490" cy="108779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Data</a:t>
          </a:r>
        </a:p>
        <a:p>
          <a:pPr marL="171450" lvl="1" indent="-171450" algn="l" defTabSz="711200">
            <a:lnSpc>
              <a:spcPct val="90000"/>
            </a:lnSpc>
            <a:spcBef>
              <a:spcPct val="0"/>
            </a:spcBef>
            <a:spcAft>
              <a:spcPct val="15000"/>
            </a:spcAft>
            <a:buChar char="•"/>
          </a:pPr>
          <a:r>
            <a:rPr lang="en-US" sz="1600" kern="1200" dirty="0"/>
            <a:t>Earth Observation</a:t>
          </a:r>
        </a:p>
        <a:p>
          <a:pPr marL="171450" lvl="1" indent="-171450" algn="l" defTabSz="711200">
            <a:lnSpc>
              <a:spcPct val="90000"/>
            </a:lnSpc>
            <a:spcBef>
              <a:spcPct val="0"/>
            </a:spcBef>
            <a:spcAft>
              <a:spcPct val="15000"/>
            </a:spcAft>
            <a:buChar char="•"/>
          </a:pPr>
          <a:r>
            <a:rPr lang="en-US" sz="1600" kern="1200" dirty="0"/>
            <a:t>Ground  Data</a:t>
          </a:r>
        </a:p>
      </dsp:txBody>
      <dsp:txXfrm>
        <a:off x="151036" y="2577200"/>
        <a:ext cx="2086768" cy="1024076"/>
      </dsp:txXfrm>
    </dsp:sp>
    <dsp:sp modelId="{A22A3421-647E-4447-8939-4EBAA74E57F0}">
      <dsp:nvSpPr>
        <dsp:cNvPr id="0" name=""/>
        <dsp:cNvSpPr/>
      </dsp:nvSpPr>
      <dsp:spPr>
        <a:xfrm rot="21321546">
          <a:off x="2382488" y="2037189"/>
          <a:ext cx="293377" cy="19273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382583" y="2078075"/>
        <a:ext cx="235557" cy="115639"/>
      </dsp:txXfrm>
    </dsp:sp>
    <dsp:sp modelId="{26FEAF79-B4A5-43DC-845E-4B21C43869FB}">
      <dsp:nvSpPr>
        <dsp:cNvPr id="0" name=""/>
        <dsp:cNvSpPr/>
      </dsp:nvSpPr>
      <dsp:spPr>
        <a:xfrm>
          <a:off x="2926026" y="1561262"/>
          <a:ext cx="1488005" cy="959366"/>
        </a:xfrm>
        <a:prstGeom prst="roundRect">
          <a:avLst>
            <a:gd name="adj" fmla="val 10000"/>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31000" r="-31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6D20D5-6540-4054-8706-A9A06ED08866}">
      <dsp:nvSpPr>
        <dsp:cNvPr id="0" name=""/>
        <dsp:cNvSpPr/>
      </dsp:nvSpPr>
      <dsp:spPr>
        <a:xfrm>
          <a:off x="2464069" y="2355877"/>
          <a:ext cx="2448719" cy="150275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Models</a:t>
          </a:r>
        </a:p>
        <a:p>
          <a:pPr marL="171450" lvl="1" indent="-171450" algn="l" defTabSz="711200">
            <a:lnSpc>
              <a:spcPct val="90000"/>
            </a:lnSpc>
            <a:spcBef>
              <a:spcPct val="0"/>
            </a:spcBef>
            <a:spcAft>
              <a:spcPct val="15000"/>
            </a:spcAft>
            <a:buChar char="•"/>
          </a:pPr>
          <a:r>
            <a:rPr lang="en-US" sz="1600" kern="1200" dirty="0"/>
            <a:t>Numerical Model</a:t>
          </a:r>
        </a:p>
        <a:p>
          <a:pPr marL="171450" lvl="1" indent="-171450" algn="l" defTabSz="711200">
            <a:lnSpc>
              <a:spcPct val="90000"/>
            </a:lnSpc>
            <a:spcBef>
              <a:spcPct val="0"/>
            </a:spcBef>
            <a:spcAft>
              <a:spcPct val="15000"/>
            </a:spcAft>
            <a:buChar char="•"/>
          </a:pPr>
          <a:r>
            <a:rPr lang="en-US" sz="1600" kern="1200" dirty="0"/>
            <a:t>Hydrologic Models</a:t>
          </a:r>
        </a:p>
        <a:p>
          <a:pPr marL="171450" lvl="1" indent="-171450" algn="l" defTabSz="711200">
            <a:lnSpc>
              <a:spcPct val="90000"/>
            </a:lnSpc>
            <a:spcBef>
              <a:spcPct val="0"/>
            </a:spcBef>
            <a:spcAft>
              <a:spcPct val="15000"/>
            </a:spcAft>
            <a:buChar char="•"/>
          </a:pPr>
          <a:r>
            <a:rPr lang="en-US" sz="1600" kern="1200" dirty="0"/>
            <a:t>Hydraulic Models</a:t>
          </a:r>
          <a:endParaRPr lang="en-PK" sz="1600" kern="1200" dirty="0"/>
        </a:p>
        <a:p>
          <a:pPr marL="171450" lvl="1" indent="-171450" algn="l" defTabSz="711200">
            <a:lnSpc>
              <a:spcPct val="90000"/>
            </a:lnSpc>
            <a:spcBef>
              <a:spcPct val="0"/>
            </a:spcBef>
            <a:spcAft>
              <a:spcPct val="15000"/>
            </a:spcAft>
            <a:buChar char="•"/>
          </a:pPr>
          <a:r>
            <a:rPr lang="en-US" sz="1600" kern="1200" dirty="0"/>
            <a:t>AI Models</a:t>
          </a:r>
          <a:endParaRPr lang="en-PK" sz="1600" kern="1200" dirty="0"/>
        </a:p>
        <a:p>
          <a:pPr marL="228600" lvl="1" indent="-228600" algn="l" defTabSz="889000">
            <a:lnSpc>
              <a:spcPct val="90000"/>
            </a:lnSpc>
            <a:spcBef>
              <a:spcPct val="0"/>
            </a:spcBef>
            <a:spcAft>
              <a:spcPct val="15000"/>
            </a:spcAft>
            <a:buChar char="•"/>
          </a:pPr>
          <a:endParaRPr lang="en-PK" sz="2000" kern="1200" dirty="0"/>
        </a:p>
      </dsp:txBody>
      <dsp:txXfrm>
        <a:off x="2508083" y="2399891"/>
        <a:ext cx="2360691" cy="1414728"/>
      </dsp:txXfrm>
    </dsp:sp>
    <dsp:sp modelId="{C396FCBE-7A25-40C5-AEBA-BB48562F7464}">
      <dsp:nvSpPr>
        <dsp:cNvPr id="0" name=""/>
        <dsp:cNvSpPr/>
      </dsp:nvSpPr>
      <dsp:spPr>
        <a:xfrm rot="21023587">
          <a:off x="4782770" y="1724358"/>
          <a:ext cx="376662" cy="19273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4783175" y="1767730"/>
        <a:ext cx="318842" cy="115639"/>
      </dsp:txXfrm>
    </dsp:sp>
    <dsp:sp modelId="{AEACCEF8-619B-49BB-8F1C-12EAD0F0D218}">
      <dsp:nvSpPr>
        <dsp:cNvPr id="0" name=""/>
        <dsp:cNvSpPr/>
      </dsp:nvSpPr>
      <dsp:spPr>
        <a:xfrm>
          <a:off x="5475118" y="1169048"/>
          <a:ext cx="1671108" cy="849879"/>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0000" r="-20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12047D4-B552-4EE0-BBB9-ADFAAA058CC5}">
      <dsp:nvSpPr>
        <dsp:cNvPr id="0" name=""/>
        <dsp:cNvSpPr/>
      </dsp:nvSpPr>
      <dsp:spPr>
        <a:xfrm>
          <a:off x="5219430" y="1842197"/>
          <a:ext cx="2327024" cy="2175933"/>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89000">
            <a:lnSpc>
              <a:spcPct val="90000"/>
            </a:lnSpc>
            <a:spcBef>
              <a:spcPct val="0"/>
            </a:spcBef>
            <a:spcAft>
              <a:spcPct val="35000"/>
            </a:spcAft>
            <a:buNone/>
          </a:pPr>
          <a:r>
            <a:rPr lang="en-US" sz="1800" b="1" kern="1200" dirty="0"/>
            <a:t>Knowledge</a:t>
          </a:r>
        </a:p>
        <a:p>
          <a:pPr marL="0" marR="0" lvl="0" indent="0" algn="l" defTabSz="914400" eaLnBrk="1" fontAlgn="auto" latinLnBrk="0" hangingPunct="1">
            <a:lnSpc>
              <a:spcPct val="100000"/>
            </a:lnSpc>
            <a:spcBef>
              <a:spcPts val="0"/>
            </a:spcBef>
            <a:spcAft>
              <a:spcPts val="0"/>
            </a:spcAft>
            <a:buClrTx/>
            <a:buSzTx/>
            <a:buFontTx/>
            <a:buNone/>
            <a:tabLst/>
            <a:defRPr/>
          </a:pPr>
          <a:r>
            <a:rPr lang="en-US" sz="1600" kern="1200" dirty="0"/>
            <a:t>Weather Patterns/ Predictions</a:t>
          </a:r>
        </a:p>
        <a:p>
          <a:pPr marL="0" marR="0" lvl="0" indent="0" algn="l" defTabSz="914400" eaLnBrk="1" fontAlgn="auto" latinLnBrk="0" hangingPunct="1">
            <a:lnSpc>
              <a:spcPct val="100000"/>
            </a:lnSpc>
            <a:spcBef>
              <a:spcPts val="0"/>
            </a:spcBef>
            <a:spcAft>
              <a:spcPts val="0"/>
            </a:spcAft>
            <a:buClrTx/>
            <a:buSzTx/>
            <a:buFontTx/>
            <a:buNone/>
            <a:tabLst/>
            <a:defRPr/>
          </a:pPr>
          <a:r>
            <a:rPr lang="en-US" sz="1600" kern="1200" dirty="0"/>
            <a:t>Environmental condition</a:t>
          </a:r>
        </a:p>
        <a:p>
          <a:pPr marL="0" marR="0" lvl="0" indent="0" algn="l" defTabSz="914400" eaLnBrk="1" fontAlgn="auto" latinLnBrk="0" hangingPunct="1">
            <a:lnSpc>
              <a:spcPct val="100000"/>
            </a:lnSpc>
            <a:spcBef>
              <a:spcPts val="0"/>
            </a:spcBef>
            <a:spcAft>
              <a:spcPts val="0"/>
            </a:spcAft>
            <a:buClrTx/>
            <a:buSzTx/>
            <a:buFontTx/>
            <a:buNone/>
            <a:tabLst/>
            <a:defRPr/>
          </a:pPr>
          <a:r>
            <a:rPr lang="en-US" sz="1600" kern="1200" dirty="0"/>
            <a:t>Climate change impact</a:t>
          </a:r>
        </a:p>
      </dsp:txBody>
      <dsp:txXfrm>
        <a:off x="5283161" y="1905928"/>
        <a:ext cx="2199562" cy="2048471"/>
      </dsp:txXfrm>
    </dsp:sp>
    <dsp:sp modelId="{352D769E-71B6-44C7-84D4-1DB67A397C05}">
      <dsp:nvSpPr>
        <dsp:cNvPr id="0" name=""/>
        <dsp:cNvSpPr/>
      </dsp:nvSpPr>
      <dsp:spPr>
        <a:xfrm rot="851746">
          <a:off x="7420911" y="1814877"/>
          <a:ext cx="287869" cy="19273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7421794" y="1846334"/>
        <a:ext cx="230049" cy="115639"/>
      </dsp:txXfrm>
    </dsp:sp>
    <dsp:sp modelId="{9468F691-D0D3-4BD3-B6EA-B1A05096826E}">
      <dsp:nvSpPr>
        <dsp:cNvPr id="0" name=""/>
        <dsp:cNvSpPr/>
      </dsp:nvSpPr>
      <dsp:spPr>
        <a:xfrm>
          <a:off x="7943596" y="1697950"/>
          <a:ext cx="1557980" cy="1012312"/>
        </a:xfrm>
        <a:prstGeom prst="roundRect">
          <a:avLst>
            <a:gd name="adj" fmla="val 10000"/>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43000" r="-43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FFA92EB-FECA-4A4C-8238-A0C68AEA658E}">
      <dsp:nvSpPr>
        <dsp:cNvPr id="0" name=""/>
        <dsp:cNvSpPr/>
      </dsp:nvSpPr>
      <dsp:spPr>
        <a:xfrm>
          <a:off x="7884129" y="2274229"/>
          <a:ext cx="1869981" cy="1399269"/>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Visualization</a:t>
          </a:r>
        </a:p>
        <a:p>
          <a:pPr marL="0" lvl="0" indent="0" algn="l" defTabSz="800100">
            <a:lnSpc>
              <a:spcPct val="90000"/>
            </a:lnSpc>
            <a:spcBef>
              <a:spcPct val="0"/>
            </a:spcBef>
            <a:spcAft>
              <a:spcPct val="35000"/>
            </a:spcAft>
            <a:buNone/>
          </a:pPr>
          <a:r>
            <a:rPr lang="en-US" sz="1600" kern="1200" dirty="0"/>
            <a:t>Maps, graphs showing relationships and trends, etc. </a:t>
          </a:r>
        </a:p>
      </dsp:txBody>
      <dsp:txXfrm>
        <a:off x="7925112" y="2315212"/>
        <a:ext cx="1788015" cy="1317303"/>
      </dsp:txXfrm>
    </dsp:sp>
    <dsp:sp modelId="{B10FC2D5-9B91-4F8A-B20B-6A9279D2A506}">
      <dsp:nvSpPr>
        <dsp:cNvPr id="0" name=""/>
        <dsp:cNvSpPr/>
      </dsp:nvSpPr>
      <dsp:spPr>
        <a:xfrm rot="21030217">
          <a:off x="9841043" y="1891658"/>
          <a:ext cx="346591" cy="19273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9841439" y="1934975"/>
        <a:ext cx="288771" cy="115639"/>
      </dsp:txXfrm>
    </dsp:sp>
    <dsp:sp modelId="{D28A5AC0-5E7B-4DFA-9ECC-D1F1014D0256}">
      <dsp:nvSpPr>
        <dsp:cNvPr id="0" name=""/>
        <dsp:cNvSpPr/>
      </dsp:nvSpPr>
      <dsp:spPr>
        <a:xfrm>
          <a:off x="10478266" y="1378478"/>
          <a:ext cx="1274061" cy="850762"/>
        </a:xfrm>
        <a:prstGeom prst="roundRect">
          <a:avLst>
            <a:gd name="adj" fmla="val 10000"/>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l="-40000" r="-40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4EB04E8-E8E9-4903-A838-6EA76ED26EE5}">
      <dsp:nvSpPr>
        <dsp:cNvPr id="0" name=""/>
        <dsp:cNvSpPr/>
      </dsp:nvSpPr>
      <dsp:spPr>
        <a:xfrm>
          <a:off x="9972592" y="2089687"/>
          <a:ext cx="2044236" cy="169671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Decision Support</a:t>
          </a:r>
        </a:p>
        <a:p>
          <a:pPr marL="0" lvl="0" indent="0" algn="l" defTabSz="800100">
            <a:lnSpc>
              <a:spcPct val="90000"/>
            </a:lnSpc>
            <a:spcBef>
              <a:spcPct val="0"/>
            </a:spcBef>
            <a:spcAft>
              <a:spcPct val="35000"/>
            </a:spcAft>
            <a:buNone/>
          </a:pPr>
          <a:r>
            <a:rPr lang="en-US" sz="1600" b="0" kern="1200" dirty="0"/>
            <a:t>Environmental, economic, and social impacts of different scenarios</a:t>
          </a:r>
        </a:p>
      </dsp:txBody>
      <dsp:txXfrm>
        <a:off x="10022287" y="2139382"/>
        <a:ext cx="1944846" cy="15973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46B075-DFEF-41E8-9A02-4CBE3F8C27D7}">
      <dsp:nvSpPr>
        <dsp:cNvPr id="0" name=""/>
        <dsp:cNvSpPr/>
      </dsp:nvSpPr>
      <dsp:spPr>
        <a:xfrm>
          <a:off x="0" y="1913"/>
          <a:ext cx="5324475"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DB6D871C-9572-43C7-9B99-8AEC6EF02938}">
      <dsp:nvSpPr>
        <dsp:cNvPr id="0" name=""/>
        <dsp:cNvSpPr/>
      </dsp:nvSpPr>
      <dsp:spPr>
        <a:xfrm>
          <a:off x="0" y="1913"/>
          <a:ext cx="5324475" cy="1305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PK" sz="2600" b="1" kern="1200"/>
            <a:t>Live Hydrograph Feeds:</a:t>
          </a:r>
          <a:r>
            <a:rPr lang="en-PK" sz="2600" kern="1200"/>
            <a:t> Stream tracking charts showing real-time water volume changes.</a:t>
          </a:r>
          <a:endParaRPr lang="en-US" sz="2600" kern="1200"/>
        </a:p>
      </dsp:txBody>
      <dsp:txXfrm>
        <a:off x="0" y="1913"/>
        <a:ext cx="5324475" cy="1305236"/>
      </dsp:txXfrm>
    </dsp:sp>
    <dsp:sp modelId="{96C279C0-8331-4D58-B2E8-651DFD387232}">
      <dsp:nvSpPr>
        <dsp:cNvPr id="0" name=""/>
        <dsp:cNvSpPr/>
      </dsp:nvSpPr>
      <dsp:spPr>
        <a:xfrm>
          <a:off x="0" y="1307150"/>
          <a:ext cx="5324475"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EC0ED30F-D6D7-4D36-82EF-3D1031A5CE6D}">
      <dsp:nvSpPr>
        <dsp:cNvPr id="0" name=""/>
        <dsp:cNvSpPr/>
      </dsp:nvSpPr>
      <dsp:spPr>
        <a:xfrm>
          <a:off x="0" y="1307150"/>
          <a:ext cx="5324475" cy="1305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PK" sz="2600" b="1" kern="1200"/>
            <a:t>River Gauge Indicators:</a:t>
          </a:r>
          <a:r>
            <a:rPr lang="en-PK" sz="2600" kern="1200"/>
            <a:t> Color-coded alert bars changing from green to flashing red.</a:t>
          </a:r>
          <a:endParaRPr lang="en-US" sz="2600" kern="1200"/>
        </a:p>
      </dsp:txBody>
      <dsp:txXfrm>
        <a:off x="0" y="1307150"/>
        <a:ext cx="5324475" cy="1305236"/>
      </dsp:txXfrm>
    </dsp:sp>
    <dsp:sp modelId="{E410D57F-7C3E-419C-8DF6-81E272E226DB}">
      <dsp:nvSpPr>
        <dsp:cNvPr id="0" name=""/>
        <dsp:cNvSpPr/>
      </dsp:nvSpPr>
      <dsp:spPr>
        <a:xfrm>
          <a:off x="0" y="2612387"/>
          <a:ext cx="5324475"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7584BC0C-A310-485C-95B6-542626CE9318}">
      <dsp:nvSpPr>
        <dsp:cNvPr id="0" name=""/>
        <dsp:cNvSpPr/>
      </dsp:nvSpPr>
      <dsp:spPr>
        <a:xfrm>
          <a:off x="0" y="2612387"/>
          <a:ext cx="5324475" cy="1305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PK" sz="2600" b="1" kern="1200"/>
            <a:t>GIS Inundation Maps:</a:t>
          </a:r>
          <a:r>
            <a:rPr lang="en-PK" sz="2600" kern="1200"/>
            <a:t> Highlighted layout zones indicating active flood boundaries.</a:t>
          </a:r>
          <a:endParaRPr lang="en-US" sz="2600" kern="1200"/>
        </a:p>
      </dsp:txBody>
      <dsp:txXfrm>
        <a:off x="0" y="2612387"/>
        <a:ext cx="5324475" cy="13052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2B219B-F643-4AE0-A7C2-CDC2166CF61E}">
      <dsp:nvSpPr>
        <dsp:cNvPr id="0" name=""/>
        <dsp:cNvSpPr/>
      </dsp:nvSpPr>
      <dsp:spPr>
        <a:xfrm>
          <a:off x="947201" y="818755"/>
          <a:ext cx="1451800" cy="14518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6617CC-A034-4F5A-B3D8-83EC2A5D55E9}">
      <dsp:nvSpPr>
        <dsp:cNvPr id="0" name=""/>
        <dsp:cNvSpPr/>
      </dsp:nvSpPr>
      <dsp:spPr>
        <a:xfrm>
          <a:off x="59990"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PK" sz="1700" b="1" kern="1200"/>
            <a:t>Soil Moisture Mapping:</a:t>
          </a:r>
          <a:r>
            <a:rPr lang="en-PK" sz="1700" kern="1200"/>
            <a:t> High-contrast satellite layouts tracking ground dryness trends.</a:t>
          </a:r>
          <a:endParaRPr lang="en-US" sz="1700" kern="1200"/>
        </a:p>
      </dsp:txBody>
      <dsp:txXfrm>
        <a:off x="59990" y="2654049"/>
        <a:ext cx="3226223" cy="720000"/>
      </dsp:txXfrm>
    </dsp:sp>
    <dsp:sp modelId="{215D0EDE-0EF6-4DA3-9AA8-22E042B99832}">
      <dsp:nvSpPr>
        <dsp:cNvPr id="0" name=""/>
        <dsp:cNvSpPr/>
      </dsp:nvSpPr>
      <dsp:spPr>
        <a:xfrm>
          <a:off x="4738014" y="818755"/>
          <a:ext cx="1451800" cy="14518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DABAA5-66F4-45B3-BEC2-22303299A6FB}">
      <dsp:nvSpPr>
        <dsp:cNvPr id="0" name=""/>
        <dsp:cNvSpPr/>
      </dsp:nvSpPr>
      <dsp:spPr>
        <a:xfrm>
          <a:off x="3850802"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PK" sz="1700" b="1" kern="1200"/>
            <a:t>Vegetation Stress Indices:</a:t>
          </a:r>
          <a:r>
            <a:rPr lang="en-PK" sz="1700" kern="1200"/>
            <a:t> Color gradients charting declining crop health.</a:t>
          </a:r>
          <a:endParaRPr lang="en-US" sz="1700" kern="1200"/>
        </a:p>
      </dsp:txBody>
      <dsp:txXfrm>
        <a:off x="3850802" y="2654049"/>
        <a:ext cx="3226223" cy="720000"/>
      </dsp:txXfrm>
    </dsp:sp>
    <dsp:sp modelId="{E7DCFB03-54A9-48A9-9A84-68DED5318136}">
      <dsp:nvSpPr>
        <dsp:cNvPr id="0" name=""/>
        <dsp:cNvSpPr/>
      </dsp:nvSpPr>
      <dsp:spPr>
        <a:xfrm>
          <a:off x="8528826" y="818755"/>
          <a:ext cx="1451800" cy="14518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32F064-0F86-43FA-BDD9-A230A2F48F8F}">
      <dsp:nvSpPr>
        <dsp:cNvPr id="0" name=""/>
        <dsp:cNvSpPr/>
      </dsp:nvSpPr>
      <dsp:spPr>
        <a:xfrm>
          <a:off x="7641615"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PK" sz="1700" b="1" kern="1200"/>
            <a:t>Precipitation Deficit Charts:</a:t>
          </a:r>
          <a:r>
            <a:rPr lang="en-PK" sz="1700" kern="1200"/>
            <a:t> Timeline bar graphs comparing current rainfall against averages.</a:t>
          </a:r>
          <a:endParaRPr lang="en-US" sz="1700" kern="1200"/>
        </a:p>
      </dsp:txBody>
      <dsp:txXfrm>
        <a:off x="7641615" y="2654049"/>
        <a:ext cx="3226223"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349CBB-BA6D-4DB0-9391-673F499FB984}">
      <dsp:nvSpPr>
        <dsp:cNvPr id="0" name=""/>
        <dsp:cNvSpPr/>
      </dsp:nvSpPr>
      <dsp:spPr>
        <a:xfrm>
          <a:off x="718664" y="453902"/>
          <a:ext cx="1955812" cy="195581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921D0E-A68D-4E23-A085-BA8ED39BE8D5}">
      <dsp:nvSpPr>
        <dsp:cNvPr id="0" name=""/>
        <dsp:cNvSpPr/>
      </dsp:nvSpPr>
      <dsp:spPr>
        <a:xfrm>
          <a:off x="1135476" y="870714"/>
          <a:ext cx="1122187" cy="1122187"/>
        </a:xfrm>
        <a:prstGeom prst="rect">
          <a:avLst/>
        </a:prstGeom>
        <a:solidFill>
          <a:schemeClr val="bg1">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7A0562-4D23-4AED-844B-8C4DAB5CC234}">
      <dsp:nvSpPr>
        <dsp:cNvPr id="0" name=""/>
        <dsp:cNvSpPr/>
      </dsp:nvSpPr>
      <dsp:spPr>
        <a:xfrm>
          <a:off x="93445"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PK" sz="1500" b="1" kern="1200"/>
            <a:t>Contamination Heatmaps:</a:t>
          </a:r>
          <a:r>
            <a:rPr lang="en-PK" sz="1500" kern="1200"/>
            <a:t> Visual chemical dispersion models across active reservoirs.</a:t>
          </a:r>
          <a:endParaRPr lang="en-US" sz="1500" kern="1200"/>
        </a:p>
      </dsp:txBody>
      <dsp:txXfrm>
        <a:off x="93445" y="3018902"/>
        <a:ext cx="3206250" cy="720000"/>
      </dsp:txXfrm>
    </dsp:sp>
    <dsp:sp modelId="{AC5D9281-A2B3-49B9-ABE1-9B8CDF518989}">
      <dsp:nvSpPr>
        <dsp:cNvPr id="0" name=""/>
        <dsp:cNvSpPr/>
      </dsp:nvSpPr>
      <dsp:spPr>
        <a:xfrm>
          <a:off x="4486008" y="453902"/>
          <a:ext cx="1955812" cy="195581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3C3DB8-A0A5-43C8-91E8-38DACD5E6E25}">
      <dsp:nvSpPr>
        <dsp:cNvPr id="0" name=""/>
        <dsp:cNvSpPr/>
      </dsp:nvSpPr>
      <dsp:spPr>
        <a:xfrm>
          <a:off x="4902820" y="870714"/>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6BD86C-68C7-46AB-8AF5-EF6A6440F251}">
      <dsp:nvSpPr>
        <dsp:cNvPr id="0" name=""/>
        <dsp:cNvSpPr/>
      </dsp:nvSpPr>
      <dsp:spPr>
        <a:xfrm>
          <a:off x="3860789"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PK" sz="1500" b="1" kern="1200"/>
            <a:t>KPI Matrix Dashboard:</a:t>
          </a:r>
          <a:r>
            <a:rPr lang="en-PK" sz="1500" kern="1200"/>
            <a:t> Ring meters tracking pH, dissolved oxygen, and turbidity.</a:t>
          </a:r>
          <a:endParaRPr lang="en-US" sz="1500" kern="1200"/>
        </a:p>
      </dsp:txBody>
      <dsp:txXfrm>
        <a:off x="3860789" y="3018902"/>
        <a:ext cx="3206250" cy="720000"/>
      </dsp:txXfrm>
    </dsp:sp>
    <dsp:sp modelId="{759F2D0D-1B2D-4817-8745-8E5533A94A3D}">
      <dsp:nvSpPr>
        <dsp:cNvPr id="0" name=""/>
        <dsp:cNvSpPr/>
      </dsp:nvSpPr>
      <dsp:spPr>
        <a:xfrm>
          <a:off x="8253352" y="453902"/>
          <a:ext cx="1955812" cy="195581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635BFB-9745-45E3-B16E-7C68AC3D8A20}">
      <dsp:nvSpPr>
        <dsp:cNvPr id="0" name=""/>
        <dsp:cNvSpPr/>
      </dsp:nvSpPr>
      <dsp:spPr>
        <a:xfrm>
          <a:off x="8670164" y="870714"/>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999642-159D-49FE-9A78-DFC05221E6B0}">
      <dsp:nvSpPr>
        <dsp:cNvPr id="0" name=""/>
        <dsp:cNvSpPr/>
      </dsp:nvSpPr>
      <dsp:spPr>
        <a:xfrm>
          <a:off x="7628133"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PK" sz="1500" b="1" kern="1200"/>
            <a:t>Sensor Mesh Grids:</a:t>
          </a:r>
          <a:r>
            <a:rPr lang="en-PK" sz="1500" kern="1200"/>
            <a:t> Node layouts showing placement of live automated sampling sites.</a:t>
          </a:r>
          <a:endParaRPr lang="en-US" sz="1500" kern="1200"/>
        </a:p>
      </dsp:txBody>
      <dsp:txXfrm>
        <a:off x="7628133" y="3018902"/>
        <a:ext cx="320625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2B0944-8BD1-4EF9-9815-81717D5D4AF3}">
      <dsp:nvSpPr>
        <dsp:cNvPr id="0" name=""/>
        <dsp:cNvSpPr/>
      </dsp:nvSpPr>
      <dsp:spPr>
        <a:xfrm>
          <a:off x="679050" y="578168"/>
          <a:ext cx="1887187" cy="188718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93D53B-E0AC-4D8F-A36C-904CC05BA476}">
      <dsp:nvSpPr>
        <dsp:cNvPr id="0" name=""/>
        <dsp:cNvSpPr/>
      </dsp:nvSpPr>
      <dsp:spPr>
        <a:xfrm>
          <a:off x="1081237" y="980356"/>
          <a:ext cx="1082812" cy="1082812"/>
        </a:xfrm>
        <a:prstGeom prst="rect">
          <a:avLst/>
        </a:prstGeom>
        <a:solidFill>
          <a:schemeClr val="bg1">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96D734-1E74-4A42-B178-0B0B6EFBDD70}">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PK" sz="1500" b="1" kern="1200"/>
            <a:t>Crop Water Demand:</a:t>
          </a:r>
          <a:r>
            <a:rPr lang="en-PK" sz="1500" kern="1200"/>
            <a:t> Heatmaps tracking fields requiring immediate water delivery.</a:t>
          </a:r>
          <a:endParaRPr lang="en-US" sz="1500" kern="1200"/>
        </a:p>
      </dsp:txBody>
      <dsp:txXfrm>
        <a:off x="75768" y="3053169"/>
        <a:ext cx="3093750" cy="720000"/>
      </dsp:txXfrm>
    </dsp:sp>
    <dsp:sp modelId="{BE7B3842-6636-4936-9851-5F9C4ABEC34C}">
      <dsp:nvSpPr>
        <dsp:cNvPr id="0" name=""/>
        <dsp:cNvSpPr/>
      </dsp:nvSpPr>
      <dsp:spPr>
        <a:xfrm>
          <a:off x="4265346" y="500530"/>
          <a:ext cx="1887187" cy="188718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B61B1E-F4E6-4AA2-AABC-218A8C29B832}">
      <dsp:nvSpPr>
        <dsp:cNvPr id="0" name=""/>
        <dsp:cNvSpPr/>
      </dsp:nvSpPr>
      <dsp:spPr>
        <a:xfrm>
          <a:off x="4716393" y="980356"/>
          <a:ext cx="1082812" cy="1082812"/>
        </a:xfrm>
        <a:prstGeom prst="rect">
          <a:avLst/>
        </a:prstGeom>
        <a:solidFill>
          <a:schemeClr val="bg1">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B123B6-B193-4489-AD1E-9905EF07E0A0}">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PK" sz="1500" b="1" kern="1200" dirty="0"/>
            <a:t>SCADA Canal Schemes:</a:t>
          </a:r>
          <a:r>
            <a:rPr lang="en-PK" sz="1500" kern="1200" dirty="0"/>
            <a:t> Live flow schematics tracking primary distribution canals.</a:t>
          </a:r>
          <a:endParaRPr lang="en-US" sz="1500" kern="1200" dirty="0"/>
        </a:p>
      </dsp:txBody>
      <dsp:txXfrm>
        <a:off x="3710925" y="3053169"/>
        <a:ext cx="3093750" cy="720000"/>
      </dsp:txXfrm>
    </dsp:sp>
    <dsp:sp modelId="{1AED1ABC-D863-4111-B306-CA2D14993C8B}">
      <dsp:nvSpPr>
        <dsp:cNvPr id="0" name=""/>
        <dsp:cNvSpPr/>
      </dsp:nvSpPr>
      <dsp:spPr>
        <a:xfrm>
          <a:off x="7949362" y="578168"/>
          <a:ext cx="1887187" cy="188718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CEA4BF-1370-47DC-9385-550FCFBAD010}">
      <dsp:nvSpPr>
        <dsp:cNvPr id="0" name=""/>
        <dsp:cNvSpPr/>
      </dsp:nvSpPr>
      <dsp:spPr>
        <a:xfrm>
          <a:off x="8351550" y="980356"/>
          <a:ext cx="1082812" cy="1082812"/>
        </a:xfrm>
        <a:prstGeom prst="rect">
          <a:avLst/>
        </a:prstGeom>
        <a:solidFill>
          <a:schemeClr val="bg1">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4CADB6-0D5A-464B-ADE8-362D2F29F394}">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PK" sz="1500" b="1" kern="1200" dirty="0"/>
            <a:t>Automation Valve Status:</a:t>
          </a:r>
          <a:r>
            <a:rPr lang="en-PK" sz="1500" kern="1200" dirty="0"/>
            <a:t> Simple toggle icons showing active open or closed pipes.</a:t>
          </a:r>
          <a:endParaRPr lang="en-US" sz="1500" kern="1200" dirty="0"/>
        </a:p>
      </dsp:txBody>
      <dsp:txXfrm>
        <a:off x="7346081" y="3053169"/>
        <a:ext cx="3093750"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FEBE73-D0CB-457A-A4EE-0295AE1C5C69}">
      <dsp:nvSpPr>
        <dsp:cNvPr id="0" name=""/>
        <dsp:cNvSpPr/>
      </dsp:nvSpPr>
      <dsp:spPr>
        <a:xfrm>
          <a:off x="679050" y="578168"/>
          <a:ext cx="1887187" cy="188718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0AFCF1-D49B-4F62-914D-F3CA4F6DE40A}">
      <dsp:nvSpPr>
        <dsp:cNvPr id="0" name=""/>
        <dsp:cNvSpPr/>
      </dsp:nvSpPr>
      <dsp:spPr>
        <a:xfrm>
          <a:off x="1081237" y="980356"/>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8E7314-C892-469D-82A0-450CA1A572C9}">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PK" sz="1500" b="1" kern="1200" dirty="0"/>
            <a:t>Smart Utility Twin:</a:t>
          </a:r>
          <a:r>
            <a:rPr lang="en-PK" sz="1500" kern="1200" dirty="0"/>
            <a:t> A digital 3D model tracking the municipal pipe network.</a:t>
          </a:r>
          <a:endParaRPr lang="en-US" sz="1500" kern="1200" dirty="0"/>
        </a:p>
      </dsp:txBody>
      <dsp:txXfrm>
        <a:off x="75768" y="3053169"/>
        <a:ext cx="3093750" cy="720000"/>
      </dsp:txXfrm>
    </dsp:sp>
    <dsp:sp modelId="{2DD192A1-9D46-4EB2-A92B-D85AFAF3C548}">
      <dsp:nvSpPr>
        <dsp:cNvPr id="0" name=""/>
        <dsp:cNvSpPr/>
      </dsp:nvSpPr>
      <dsp:spPr>
        <a:xfrm>
          <a:off x="4314206" y="578168"/>
          <a:ext cx="1887187" cy="188718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0A861C-3953-43CF-9ED7-13502005B6E0}">
      <dsp:nvSpPr>
        <dsp:cNvPr id="0" name=""/>
        <dsp:cNvSpPr/>
      </dsp:nvSpPr>
      <dsp:spPr>
        <a:xfrm>
          <a:off x="4716393" y="980356"/>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360A66-7CE7-4994-8CB1-1A8567E21B19}">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PK" sz="1500" b="1" kern="1200"/>
            <a:t>Acoustic Leak Alerts:</a:t>
          </a:r>
          <a:r>
            <a:rPr lang="en-PK" sz="1500" kern="1200"/>
            <a:t> Pulsing radar symbols isolating pipeline structural breaks.</a:t>
          </a:r>
          <a:endParaRPr lang="en-US" sz="1500" kern="1200"/>
        </a:p>
      </dsp:txBody>
      <dsp:txXfrm>
        <a:off x="3710925" y="3053169"/>
        <a:ext cx="3093750" cy="720000"/>
      </dsp:txXfrm>
    </dsp:sp>
    <dsp:sp modelId="{31D9122F-AD67-4573-86B3-0862AF57AAC9}">
      <dsp:nvSpPr>
        <dsp:cNvPr id="0" name=""/>
        <dsp:cNvSpPr/>
      </dsp:nvSpPr>
      <dsp:spPr>
        <a:xfrm>
          <a:off x="7949362" y="578168"/>
          <a:ext cx="1887187" cy="188718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0AEC66-983B-453D-A37E-D389F0E3A6BE}">
      <dsp:nvSpPr>
        <dsp:cNvPr id="0" name=""/>
        <dsp:cNvSpPr/>
      </dsp:nvSpPr>
      <dsp:spPr>
        <a:xfrm>
          <a:off x="8351550" y="980356"/>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9833F7-6EEC-4D60-A1D5-793420B06A14}">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PK" sz="1500" b="1" kern="1200"/>
            <a:t>Demand Peak Gauges:</a:t>
          </a:r>
          <a:r>
            <a:rPr lang="en-PK" sz="1500" kern="1200"/>
            <a:t> Vertical bar charts monitoring city-wide water consumption.</a:t>
          </a:r>
          <a:endParaRPr lang="en-US" sz="1500" kern="1200"/>
        </a:p>
      </dsp:txBody>
      <dsp:txXfrm>
        <a:off x="7346081" y="3053169"/>
        <a:ext cx="3093750"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D94D17-B150-406C-9DC8-F40A9118C2A7}">
      <dsp:nvSpPr>
        <dsp:cNvPr id="0" name=""/>
        <dsp:cNvSpPr/>
      </dsp:nvSpPr>
      <dsp:spPr>
        <a:xfrm>
          <a:off x="718664" y="453902"/>
          <a:ext cx="1955812" cy="195581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2E6744-C796-44F4-AF19-B244CA20F34F}">
      <dsp:nvSpPr>
        <dsp:cNvPr id="0" name=""/>
        <dsp:cNvSpPr/>
      </dsp:nvSpPr>
      <dsp:spPr>
        <a:xfrm>
          <a:off x="1135476" y="870714"/>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8DC533-5852-442C-BDA6-13B4C87A9FBE}">
      <dsp:nvSpPr>
        <dsp:cNvPr id="0" name=""/>
        <dsp:cNvSpPr/>
      </dsp:nvSpPr>
      <dsp:spPr>
        <a:xfrm>
          <a:off x="93445"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PK" sz="1500" b="1" kern="1200"/>
            <a:t>Borehole Depth Status:</a:t>
          </a:r>
          <a:r>
            <a:rPr lang="en-PK" sz="1500" kern="1200"/>
            <a:t> Vertical cross-section graphics tracking aquifer levels.</a:t>
          </a:r>
          <a:endParaRPr lang="en-US" sz="1500" kern="1200"/>
        </a:p>
      </dsp:txBody>
      <dsp:txXfrm>
        <a:off x="93445" y="3018902"/>
        <a:ext cx="3206250" cy="720000"/>
      </dsp:txXfrm>
    </dsp:sp>
    <dsp:sp modelId="{FB3078CB-8E58-4B55-B7BC-B10C0D7A4A1A}">
      <dsp:nvSpPr>
        <dsp:cNvPr id="0" name=""/>
        <dsp:cNvSpPr/>
      </dsp:nvSpPr>
      <dsp:spPr>
        <a:xfrm>
          <a:off x="4486008" y="453902"/>
          <a:ext cx="1955812" cy="195581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95AC7A-C652-491C-9281-1A381E0DC248}">
      <dsp:nvSpPr>
        <dsp:cNvPr id="0" name=""/>
        <dsp:cNvSpPr/>
      </dsp:nvSpPr>
      <dsp:spPr>
        <a:xfrm>
          <a:off x="4902820" y="870714"/>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0DB439-3BA0-42D4-9269-C3CE67875D8C}">
      <dsp:nvSpPr>
        <dsp:cNvPr id="0" name=""/>
        <dsp:cNvSpPr/>
      </dsp:nvSpPr>
      <dsp:spPr>
        <a:xfrm>
          <a:off x="3860789"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PK" sz="1500" b="1" kern="1200"/>
            <a:t>Recharge vs. Drawdown:</a:t>
          </a:r>
          <a:r>
            <a:rPr lang="en-PK" sz="1500" kern="1200"/>
            <a:t> Split column charts displaying net water volume shifts.</a:t>
          </a:r>
          <a:endParaRPr lang="en-US" sz="1500" kern="1200"/>
        </a:p>
      </dsp:txBody>
      <dsp:txXfrm>
        <a:off x="3860789" y="3018902"/>
        <a:ext cx="3206250" cy="720000"/>
      </dsp:txXfrm>
    </dsp:sp>
    <dsp:sp modelId="{D880C151-9B1D-43D1-AF01-332BD43C59D4}">
      <dsp:nvSpPr>
        <dsp:cNvPr id="0" name=""/>
        <dsp:cNvSpPr/>
      </dsp:nvSpPr>
      <dsp:spPr>
        <a:xfrm>
          <a:off x="8253352" y="453902"/>
          <a:ext cx="1955812" cy="195581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570ACF-9790-4B55-96F9-9482BB682C7C}">
      <dsp:nvSpPr>
        <dsp:cNvPr id="0" name=""/>
        <dsp:cNvSpPr/>
      </dsp:nvSpPr>
      <dsp:spPr>
        <a:xfrm>
          <a:off x="8670164" y="870714"/>
          <a:ext cx="1122187" cy="1122187"/>
        </a:xfrm>
        <a:prstGeom prst="rect">
          <a:avLst/>
        </a:prstGeom>
        <a:blipFill rotWithShape="1">
          <a:blip xmlns:r="http://schemas.openxmlformats.org/officeDocument/2006/relationships" r:embed="rId3"/>
          <a:srcRect/>
          <a:stretch>
            <a:fillRect l="-41000" r="-41000"/>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FA70F1-1290-40E3-833E-26DDEA010485}">
      <dsp:nvSpPr>
        <dsp:cNvPr id="0" name=""/>
        <dsp:cNvSpPr/>
      </dsp:nvSpPr>
      <dsp:spPr>
        <a:xfrm>
          <a:off x="7628133"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PK" sz="1500" b="1" kern="1200" dirty="0"/>
            <a:t>Salinity Intrusion Vectors:</a:t>
          </a:r>
          <a:r>
            <a:rPr lang="en-PK" sz="1500" kern="1200" dirty="0"/>
            <a:t> Linear gradient arrows pointing out coastal seawater mixing.</a:t>
          </a:r>
          <a:endParaRPr lang="en-US" sz="1500" kern="1200" dirty="0"/>
        </a:p>
      </dsp:txBody>
      <dsp:txXfrm>
        <a:off x="7628133" y="3018902"/>
        <a:ext cx="3206250" cy="72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9E1216-8484-44B4-B1C2-4FAFA3FD766B}">
      <dsp:nvSpPr>
        <dsp:cNvPr id="0" name=""/>
        <dsp:cNvSpPr/>
      </dsp:nvSpPr>
      <dsp:spPr>
        <a:xfrm>
          <a:off x="0" y="665"/>
          <a:ext cx="6666833" cy="15578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0ADA997D-312B-4FAA-BD04-2EEA162A7B5A}">
      <dsp:nvSpPr>
        <dsp:cNvPr id="0" name=""/>
        <dsp:cNvSpPr/>
      </dsp:nvSpPr>
      <dsp:spPr>
        <a:xfrm>
          <a:off x="471259" y="351189"/>
          <a:ext cx="856835" cy="85683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13A7AE2E-59FD-46F0-8BD4-2484BEE8B726}">
      <dsp:nvSpPr>
        <dsp:cNvPr id="0" name=""/>
        <dsp:cNvSpPr/>
      </dsp:nvSpPr>
      <dsp:spPr>
        <a:xfrm>
          <a:off x="1799354" y="665"/>
          <a:ext cx="4867478" cy="15578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876" tIns="164876" rIns="164876" bIns="164876" numCol="1" spcCol="1270" anchor="ctr" anchorCtr="0">
          <a:noAutofit/>
        </a:bodyPr>
        <a:lstStyle/>
        <a:p>
          <a:pPr marL="0" lvl="0" indent="0" algn="l" defTabSz="1111250">
            <a:lnSpc>
              <a:spcPct val="100000"/>
            </a:lnSpc>
            <a:spcBef>
              <a:spcPct val="0"/>
            </a:spcBef>
            <a:spcAft>
              <a:spcPct val="35000"/>
            </a:spcAft>
            <a:buNone/>
          </a:pPr>
          <a:r>
            <a:rPr lang="en-PK" sz="2500" b="1" kern="1200"/>
            <a:t>Decadal Trend Lines:</a:t>
          </a:r>
          <a:r>
            <a:rPr lang="en-PK" sz="2500" kern="1200"/>
            <a:t> Multi-colored trajectory lines tracking long-term warming.</a:t>
          </a:r>
          <a:endParaRPr lang="en-US" sz="2500" kern="1200"/>
        </a:p>
      </dsp:txBody>
      <dsp:txXfrm>
        <a:off x="1799354" y="665"/>
        <a:ext cx="4867478" cy="1557882"/>
      </dsp:txXfrm>
    </dsp:sp>
    <dsp:sp modelId="{D4628E44-3756-4147-AEDC-EDF32643B97D}">
      <dsp:nvSpPr>
        <dsp:cNvPr id="0" name=""/>
        <dsp:cNvSpPr/>
      </dsp:nvSpPr>
      <dsp:spPr>
        <a:xfrm>
          <a:off x="0" y="1948018"/>
          <a:ext cx="6666833" cy="15578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EB079A05-A578-4040-8BE0-7F329F2C72B4}">
      <dsp:nvSpPr>
        <dsp:cNvPr id="0" name=""/>
        <dsp:cNvSpPr/>
      </dsp:nvSpPr>
      <dsp:spPr>
        <a:xfrm>
          <a:off x="471259" y="2298542"/>
          <a:ext cx="856835" cy="856835"/>
        </a:xfrm>
        <a:prstGeom prst="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399EF71F-3F75-4523-A449-1AD074A362EE}">
      <dsp:nvSpPr>
        <dsp:cNvPr id="0" name=""/>
        <dsp:cNvSpPr/>
      </dsp:nvSpPr>
      <dsp:spPr>
        <a:xfrm>
          <a:off x="1799354" y="1948018"/>
          <a:ext cx="4867478" cy="15578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876" tIns="164876" rIns="164876" bIns="164876" numCol="1" spcCol="1270" anchor="ctr" anchorCtr="0">
          <a:noAutofit/>
        </a:bodyPr>
        <a:lstStyle/>
        <a:p>
          <a:pPr marL="0" lvl="0" indent="0" algn="l" defTabSz="1111250">
            <a:lnSpc>
              <a:spcPct val="100000"/>
            </a:lnSpc>
            <a:spcBef>
              <a:spcPct val="0"/>
            </a:spcBef>
            <a:spcAft>
              <a:spcPct val="35000"/>
            </a:spcAft>
            <a:buNone/>
          </a:pPr>
          <a:r>
            <a:rPr lang="en-PK" sz="2500" b="1" kern="1200" dirty="0"/>
            <a:t>Scenario Matrix Blocks:</a:t>
          </a:r>
          <a:r>
            <a:rPr lang="en-PK" sz="2500" kern="1200" dirty="0"/>
            <a:t> Side-by-side comparison tiles simulating extreme weather.</a:t>
          </a:r>
          <a:endParaRPr lang="en-US" sz="2500" kern="1200" dirty="0"/>
        </a:p>
      </dsp:txBody>
      <dsp:txXfrm>
        <a:off x="1799354" y="1948018"/>
        <a:ext cx="4867478" cy="1557882"/>
      </dsp:txXfrm>
    </dsp:sp>
    <dsp:sp modelId="{19CAD348-C5A6-4329-B649-BAAB271197E6}">
      <dsp:nvSpPr>
        <dsp:cNvPr id="0" name=""/>
        <dsp:cNvSpPr/>
      </dsp:nvSpPr>
      <dsp:spPr>
        <a:xfrm>
          <a:off x="0" y="3895371"/>
          <a:ext cx="6666833" cy="15578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63759198-59EB-4103-8CC4-59FFB0FAE57B}">
      <dsp:nvSpPr>
        <dsp:cNvPr id="0" name=""/>
        <dsp:cNvSpPr/>
      </dsp:nvSpPr>
      <dsp:spPr>
        <a:xfrm>
          <a:off x="471259" y="4245895"/>
          <a:ext cx="856835" cy="856835"/>
        </a:xfrm>
        <a:prstGeom prst="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06520ED4-41AE-4EC4-8798-E74291976D0E}">
      <dsp:nvSpPr>
        <dsp:cNvPr id="0" name=""/>
        <dsp:cNvSpPr/>
      </dsp:nvSpPr>
      <dsp:spPr>
        <a:xfrm>
          <a:off x="1799354" y="3895371"/>
          <a:ext cx="4867478" cy="15578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876" tIns="164876" rIns="164876" bIns="164876" numCol="1" spcCol="1270" anchor="ctr" anchorCtr="0">
          <a:noAutofit/>
        </a:bodyPr>
        <a:lstStyle/>
        <a:p>
          <a:pPr marL="0" lvl="0" indent="0" algn="l" defTabSz="1111250">
            <a:lnSpc>
              <a:spcPct val="100000"/>
            </a:lnSpc>
            <a:spcBef>
              <a:spcPct val="0"/>
            </a:spcBef>
            <a:spcAft>
              <a:spcPct val="35000"/>
            </a:spcAft>
            <a:buNone/>
          </a:pPr>
          <a:r>
            <a:rPr lang="en-PK" sz="2500" b="1" kern="1200" dirty="0"/>
            <a:t>Glacial Melt Timelines:</a:t>
          </a:r>
          <a:r>
            <a:rPr lang="en-PK" sz="2500" kern="1200" dirty="0"/>
            <a:t> Graphic progress bars visualizing ice reserve losses.</a:t>
          </a:r>
          <a:endParaRPr lang="en-US" sz="2500" kern="1200" dirty="0"/>
        </a:p>
      </dsp:txBody>
      <dsp:txXfrm>
        <a:off x="1799354" y="3895371"/>
        <a:ext cx="4867478" cy="155788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27F7C3-A208-4992-BF5A-07A1B49EC49E}" type="datetimeFigureOut">
              <a:rPr lang="en-PK" smtClean="0"/>
              <a:t>18/08/2026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88F998-D766-4B2C-A3E6-1E4F72C3F463}" type="slidenum">
              <a:rPr lang="en-PK" smtClean="0"/>
              <a:t>‹#›</a:t>
            </a:fld>
            <a:endParaRPr lang="en-PK"/>
          </a:p>
        </p:txBody>
      </p:sp>
    </p:spTree>
    <p:extLst>
      <p:ext uri="{BB962C8B-B14F-4D97-AF65-F5344CB8AC3E}">
        <p14:creationId xmlns:p14="http://schemas.microsoft.com/office/powerpoint/2010/main" val="4228921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6788F998-D766-4B2C-A3E6-1E4F72C3F463}" type="slidenum">
              <a:rPr lang="en-PK" smtClean="0"/>
              <a:t>2</a:t>
            </a:fld>
            <a:endParaRPr lang="en-PK"/>
          </a:p>
        </p:txBody>
      </p:sp>
    </p:spTree>
    <p:extLst>
      <p:ext uri="{BB962C8B-B14F-4D97-AF65-F5344CB8AC3E}">
        <p14:creationId xmlns:p14="http://schemas.microsoft.com/office/powerpoint/2010/main" val="3852681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https://hydro-informatics.com/index.html</a:t>
            </a:r>
          </a:p>
          <a:p>
            <a:endParaRPr lang="en-US" dirty="0"/>
          </a:p>
          <a:p>
            <a:r>
              <a:rPr lang="en-US" dirty="0"/>
              <a:t>This entails issues related to data acquisition, archiving, representation, search, communication, visualization, and their use in modeling and knowledge discovery. </a:t>
            </a:r>
          </a:p>
          <a:p>
            <a:r>
              <a:rPr lang="en-US" dirty="0"/>
              <a:t>The cross roads of discipline.</a:t>
            </a:r>
          </a:p>
          <a:p>
            <a:r>
              <a:rPr lang="en-US" dirty="0"/>
              <a:t>And how these disciplines help us from data ==info==knowledge==wisdom</a:t>
            </a:r>
          </a:p>
          <a:p>
            <a:r>
              <a:rPr lang="en-US" dirty="0"/>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E257B2-1838-4E4A-A5FC-DC10C8ADB82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2567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might be thinking that till now they were here to study IWRM and HID, not computer Science or IT. But it looks like one. So as a manager we need to develop our abilities or skills. At the end of the degree some of you may have skills or programming, some may be pro in gathering remote sensing data, some may develop some sampling and field work skills.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E257B2-1838-4E4A-A5FC-DC10C8ADB82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2760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6788F998-D766-4B2C-A3E6-1E4F72C3F463}" type="slidenum">
              <a:rPr lang="en-PK" smtClean="0"/>
              <a:t>8</a:t>
            </a:fld>
            <a:endParaRPr lang="en-PK"/>
          </a:p>
        </p:txBody>
      </p:sp>
    </p:spTree>
    <p:extLst>
      <p:ext uri="{BB962C8B-B14F-4D97-AF65-F5344CB8AC3E}">
        <p14:creationId xmlns:p14="http://schemas.microsoft.com/office/powerpoint/2010/main" val="21015087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K" sz="1200" b="1" u="none" strike="noStrike" kern="1200" dirty="0">
                <a:solidFill>
                  <a:schemeClr val="tx1"/>
                </a:solidFill>
                <a:effectLst/>
                <a:latin typeface="+mn-lt"/>
                <a:ea typeface="+mn-ea"/>
                <a:cs typeface="+mn-cs"/>
              </a:rPr>
              <a:t>Flood Forecasting:</a:t>
            </a:r>
            <a:r>
              <a:rPr lang="en-PK" sz="1200" b="0" u="none" strike="noStrike" kern="1200" dirty="0">
                <a:solidFill>
                  <a:schemeClr val="tx1"/>
                </a:solidFill>
                <a:effectLst/>
                <a:latin typeface="+mn-lt"/>
                <a:ea typeface="+mn-ea"/>
                <a:cs typeface="+mn-cs"/>
              </a:rPr>
              <a:t> Real-time hydrographs, river gauge status, and GIS inundation maps.</a:t>
            </a:r>
          </a:p>
          <a:p>
            <a:r>
              <a:rPr lang="en-PK" sz="1200" b="1" u="none" strike="noStrike" kern="1200" dirty="0">
                <a:solidFill>
                  <a:schemeClr val="tx1"/>
                </a:solidFill>
                <a:effectLst/>
                <a:latin typeface="+mn-lt"/>
                <a:ea typeface="+mn-ea"/>
                <a:cs typeface="+mn-cs"/>
              </a:rPr>
              <a:t>Drought Monitoring:</a:t>
            </a:r>
            <a:r>
              <a:rPr lang="en-PK" sz="1200" b="0" u="none" strike="noStrike" kern="1200" dirty="0">
                <a:solidFill>
                  <a:schemeClr val="tx1"/>
                </a:solidFill>
                <a:effectLst/>
                <a:latin typeface="+mn-lt"/>
                <a:ea typeface="+mn-ea"/>
                <a:cs typeface="+mn-cs"/>
              </a:rPr>
              <a:t> Satellite soil moisture index (SMI) and vegetation health maps (NDVI).</a:t>
            </a:r>
          </a:p>
          <a:p>
            <a:r>
              <a:rPr lang="en-PK" sz="1200" b="1" u="none" strike="noStrike" kern="1200" dirty="0">
                <a:solidFill>
                  <a:schemeClr val="tx1"/>
                </a:solidFill>
                <a:effectLst/>
                <a:latin typeface="+mn-lt"/>
                <a:ea typeface="+mn-ea"/>
                <a:cs typeface="+mn-cs"/>
              </a:rPr>
              <a:t>Water Quality:</a:t>
            </a:r>
            <a:r>
              <a:rPr lang="en-PK" sz="1200" b="0" u="none" strike="noStrike" kern="1200" dirty="0">
                <a:solidFill>
                  <a:schemeClr val="tx1"/>
                </a:solidFill>
                <a:effectLst/>
                <a:latin typeface="+mn-lt"/>
                <a:ea typeface="+mn-ea"/>
                <a:cs typeface="+mn-cs"/>
              </a:rPr>
              <a:t> Contamination heatmaps and KPI</a:t>
            </a:r>
            <a:r>
              <a:rPr lang="en-US" sz="1200" b="0" u="none" strike="noStrike" kern="1200" dirty="0">
                <a:solidFill>
                  <a:schemeClr val="tx1"/>
                </a:solidFill>
                <a:effectLst/>
                <a:latin typeface="+mn-lt"/>
                <a:ea typeface="+mn-ea"/>
                <a:cs typeface="+mn-cs"/>
              </a:rPr>
              <a:t> (key performance indicators)</a:t>
            </a:r>
            <a:r>
              <a:rPr lang="en-PK" sz="1200" b="0" u="none" strike="noStrike" kern="1200" dirty="0">
                <a:solidFill>
                  <a:schemeClr val="tx1"/>
                </a:solidFill>
                <a:effectLst/>
                <a:latin typeface="+mn-lt"/>
                <a:ea typeface="+mn-ea"/>
                <a:cs typeface="+mn-cs"/>
              </a:rPr>
              <a:t> testing parameter.</a:t>
            </a:r>
          </a:p>
          <a:p>
            <a:r>
              <a:rPr lang="en-PK" sz="1200" b="1" u="none" strike="noStrike" kern="1200" dirty="0">
                <a:solidFill>
                  <a:schemeClr val="tx1"/>
                </a:solidFill>
                <a:effectLst/>
                <a:latin typeface="+mn-lt"/>
                <a:ea typeface="+mn-ea"/>
                <a:cs typeface="+mn-cs"/>
              </a:rPr>
              <a:t>Irrigation &amp; Agriculture:</a:t>
            </a:r>
            <a:r>
              <a:rPr lang="en-PK" sz="1200" b="0" u="none" strike="noStrike" kern="1200" dirty="0">
                <a:solidFill>
                  <a:schemeClr val="tx1"/>
                </a:solidFill>
                <a:effectLst/>
                <a:latin typeface="+mn-lt"/>
                <a:ea typeface="+mn-ea"/>
                <a:cs typeface="+mn-cs"/>
              </a:rPr>
              <a:t> Crop water stress indexes and SCADA canal distribution schemes.</a:t>
            </a:r>
          </a:p>
          <a:p>
            <a:r>
              <a:rPr lang="en-PK" sz="1200" b="1" u="none" strike="noStrike" kern="1200" dirty="0">
                <a:solidFill>
                  <a:schemeClr val="tx1"/>
                </a:solidFill>
                <a:effectLst/>
                <a:latin typeface="+mn-lt"/>
                <a:ea typeface="+mn-ea"/>
                <a:cs typeface="+mn-cs"/>
              </a:rPr>
              <a:t>Urban Water Management:</a:t>
            </a:r>
            <a:r>
              <a:rPr lang="en-PK"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rPr>
              <a:t>Smart-city AI sensor grids and pipe-network,</a:t>
            </a:r>
            <a:r>
              <a:rPr lang="en-PK" sz="1200" b="0" u="none" strike="noStrike" kern="1200" dirty="0">
                <a:solidFill>
                  <a:schemeClr val="tx1"/>
                </a:solidFill>
                <a:effectLst/>
                <a:latin typeface="+mn-lt"/>
                <a:ea typeface="+mn-ea"/>
                <a:cs typeface="+mn-cs"/>
              </a:rPr>
              <a:t> digital twins.</a:t>
            </a:r>
          </a:p>
          <a:p>
            <a:r>
              <a:rPr lang="en-PK" sz="1200" b="1" u="none" strike="noStrike" kern="1200" dirty="0">
                <a:solidFill>
                  <a:schemeClr val="tx1"/>
                </a:solidFill>
                <a:effectLst/>
                <a:latin typeface="+mn-lt"/>
                <a:ea typeface="+mn-ea"/>
                <a:cs typeface="+mn-cs"/>
              </a:rPr>
              <a:t>Groundwater Monitoring:</a:t>
            </a:r>
            <a:r>
              <a:rPr lang="en-PK" sz="1200" b="0" u="none" strike="noStrike" kern="1200" dirty="0">
                <a:solidFill>
                  <a:schemeClr val="tx1"/>
                </a:solidFill>
                <a:effectLst/>
                <a:latin typeface="+mn-lt"/>
                <a:ea typeface="+mn-ea"/>
                <a:cs typeface="+mn-cs"/>
              </a:rPr>
              <a:t> Borehole extraction vs. recharge graphs.</a:t>
            </a:r>
          </a:p>
          <a:p>
            <a:r>
              <a:rPr lang="en-PK" sz="1200" b="1" u="none" strike="noStrike" kern="1200" dirty="0">
                <a:solidFill>
                  <a:schemeClr val="tx1"/>
                </a:solidFill>
                <a:effectLst/>
                <a:latin typeface="+mn-lt"/>
                <a:ea typeface="+mn-ea"/>
                <a:cs typeface="+mn-cs"/>
              </a:rPr>
              <a:t>Climate Change Impact:</a:t>
            </a:r>
            <a:r>
              <a:rPr lang="en-PK" sz="1200" b="0" u="none" strike="noStrike" kern="1200" dirty="0">
                <a:solidFill>
                  <a:schemeClr val="tx1"/>
                </a:solidFill>
                <a:effectLst/>
                <a:latin typeface="+mn-lt"/>
                <a:ea typeface="+mn-ea"/>
                <a:cs typeface="+mn-cs"/>
              </a:rPr>
              <a:t> Long-term multi-decadal trend lines and extreme-weather scenario projections</a:t>
            </a:r>
          </a:p>
          <a:p>
            <a:endParaRPr lang="en-PK" dirty="0"/>
          </a:p>
        </p:txBody>
      </p:sp>
      <p:sp>
        <p:nvSpPr>
          <p:cNvPr id="4" name="Slide Number Placeholder 3"/>
          <p:cNvSpPr>
            <a:spLocks noGrp="1"/>
          </p:cNvSpPr>
          <p:nvPr>
            <p:ph type="sldNum" sz="quarter" idx="5"/>
          </p:nvPr>
        </p:nvSpPr>
        <p:spPr/>
        <p:txBody>
          <a:bodyPr/>
          <a:lstStyle/>
          <a:p>
            <a:fld id="{6788F998-D766-4B2C-A3E6-1E4F72C3F463}" type="slidenum">
              <a:rPr lang="en-PK" smtClean="0"/>
              <a:t>11</a:t>
            </a:fld>
            <a:endParaRPr lang="en-PK"/>
          </a:p>
        </p:txBody>
      </p:sp>
    </p:spTree>
    <p:extLst>
      <p:ext uri="{BB962C8B-B14F-4D97-AF65-F5344CB8AC3E}">
        <p14:creationId xmlns:p14="http://schemas.microsoft.com/office/powerpoint/2010/main" val="916434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6788F998-D766-4B2C-A3E6-1E4F72C3F463}" type="slidenum">
              <a:rPr lang="en-PK" smtClean="0"/>
              <a:t>16</a:t>
            </a:fld>
            <a:endParaRPr lang="en-PK"/>
          </a:p>
        </p:txBody>
      </p:sp>
    </p:spTree>
    <p:extLst>
      <p:ext uri="{BB962C8B-B14F-4D97-AF65-F5344CB8AC3E}">
        <p14:creationId xmlns:p14="http://schemas.microsoft.com/office/powerpoint/2010/main" val="2937149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Supervisory Control and Data Acquisition. It is a mix of software and hardware gathering live data from sensors.</a:t>
            </a:r>
            <a:endParaRPr lang="en-PK" dirty="0"/>
          </a:p>
        </p:txBody>
      </p:sp>
      <p:sp>
        <p:nvSpPr>
          <p:cNvPr id="4" name="Slide Number Placeholder 3"/>
          <p:cNvSpPr>
            <a:spLocks noGrp="1"/>
          </p:cNvSpPr>
          <p:nvPr>
            <p:ph type="sldNum" sz="quarter" idx="5"/>
          </p:nvPr>
        </p:nvSpPr>
        <p:spPr/>
        <p:txBody>
          <a:bodyPr/>
          <a:lstStyle/>
          <a:p>
            <a:fld id="{6788F998-D766-4B2C-A3E6-1E4F72C3F463}" type="slidenum">
              <a:rPr lang="en-PK" smtClean="0"/>
              <a:t>17</a:t>
            </a:fld>
            <a:endParaRPr lang="en-PK"/>
          </a:p>
        </p:txBody>
      </p:sp>
    </p:spTree>
    <p:extLst>
      <p:ext uri="{BB962C8B-B14F-4D97-AF65-F5344CB8AC3E}">
        <p14:creationId xmlns:p14="http://schemas.microsoft.com/office/powerpoint/2010/main" val="210986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6788F998-D766-4B2C-A3E6-1E4F72C3F463}" type="slidenum">
              <a:rPr lang="en-PK" smtClean="0"/>
              <a:t>18</a:t>
            </a:fld>
            <a:endParaRPr lang="en-PK"/>
          </a:p>
        </p:txBody>
      </p:sp>
    </p:spTree>
    <p:extLst>
      <p:ext uri="{BB962C8B-B14F-4D97-AF65-F5344CB8AC3E}">
        <p14:creationId xmlns:p14="http://schemas.microsoft.com/office/powerpoint/2010/main" val="19116751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6788F998-D766-4B2C-A3E6-1E4F72C3F463}" type="slidenum">
              <a:rPr lang="en-PK" smtClean="0"/>
              <a:t>19</a:t>
            </a:fld>
            <a:endParaRPr lang="en-PK"/>
          </a:p>
        </p:txBody>
      </p:sp>
    </p:spTree>
    <p:extLst>
      <p:ext uri="{BB962C8B-B14F-4D97-AF65-F5344CB8AC3E}">
        <p14:creationId xmlns:p14="http://schemas.microsoft.com/office/powerpoint/2010/main" val="20583259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6788F998-D766-4B2C-A3E6-1E4F72C3F463}" type="slidenum">
              <a:rPr lang="en-PK" smtClean="0"/>
              <a:t>20</a:t>
            </a:fld>
            <a:endParaRPr lang="en-PK"/>
          </a:p>
        </p:txBody>
      </p:sp>
    </p:spTree>
    <p:extLst>
      <p:ext uri="{BB962C8B-B14F-4D97-AF65-F5344CB8AC3E}">
        <p14:creationId xmlns:p14="http://schemas.microsoft.com/office/powerpoint/2010/main" val="34272947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r>
              <a:rPr lang="en-US" dirty="0"/>
              <a:t>1: Climate change, Urbanization, Population, Lifestyle, and technology advancement. Impacts: uncertainties, demand for more water (food production, daily demand, etc.), uncontrolled extraction of water, and wastages.</a:t>
            </a:r>
          </a:p>
          <a:p>
            <a:r>
              <a:rPr lang="en-US" dirty="0"/>
              <a:t>2. Allocation as per requirement</a:t>
            </a:r>
            <a:endParaRPr lang="en-PK" dirty="0"/>
          </a:p>
        </p:txBody>
      </p:sp>
      <p:sp>
        <p:nvSpPr>
          <p:cNvPr id="4" name="Slide Number Placeholder 3"/>
          <p:cNvSpPr>
            <a:spLocks noGrp="1"/>
          </p:cNvSpPr>
          <p:nvPr>
            <p:ph type="sldNum" sz="quarter" idx="5"/>
          </p:nvPr>
        </p:nvSpPr>
        <p:spPr/>
        <p:txBody>
          <a:bodyPr/>
          <a:lstStyle/>
          <a:p>
            <a:fld id="{6788F998-D766-4B2C-A3E6-1E4F72C3F463}" type="slidenum">
              <a:rPr lang="en-PK" smtClean="0"/>
              <a:t>23</a:t>
            </a:fld>
            <a:endParaRPr lang="en-PK"/>
          </a:p>
        </p:txBody>
      </p:sp>
    </p:spTree>
    <p:extLst>
      <p:ext uri="{BB962C8B-B14F-4D97-AF65-F5344CB8AC3E}">
        <p14:creationId xmlns:p14="http://schemas.microsoft.com/office/powerpoint/2010/main" val="37260906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6788F998-D766-4B2C-A3E6-1E4F72C3F463}" type="slidenum">
              <a:rPr lang="en-PK" smtClean="0"/>
              <a:t>25</a:t>
            </a:fld>
            <a:endParaRPr lang="en-PK"/>
          </a:p>
        </p:txBody>
      </p:sp>
    </p:spTree>
    <p:extLst>
      <p:ext uri="{BB962C8B-B14F-4D97-AF65-F5344CB8AC3E}">
        <p14:creationId xmlns:p14="http://schemas.microsoft.com/office/powerpoint/2010/main" val="3130549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Hydro-meteorological and geospatial datasets</a:t>
            </a:r>
          </a:p>
          <a:p>
            <a:endParaRPr lang="en-PK" dirty="0"/>
          </a:p>
        </p:txBody>
      </p:sp>
      <p:sp>
        <p:nvSpPr>
          <p:cNvPr id="4" name="Slide Number Placeholder 3"/>
          <p:cNvSpPr>
            <a:spLocks noGrp="1"/>
          </p:cNvSpPr>
          <p:nvPr>
            <p:ph type="sldNum" sz="quarter" idx="5"/>
          </p:nvPr>
        </p:nvSpPr>
        <p:spPr/>
        <p:txBody>
          <a:bodyPr/>
          <a:lstStyle/>
          <a:p>
            <a:fld id="{6788F998-D766-4B2C-A3E6-1E4F72C3F463}" type="slidenum">
              <a:rPr lang="en-PK" smtClean="0"/>
              <a:t>26</a:t>
            </a:fld>
            <a:endParaRPr lang="en-PK"/>
          </a:p>
        </p:txBody>
      </p:sp>
    </p:spTree>
    <p:extLst>
      <p:ext uri="{BB962C8B-B14F-4D97-AF65-F5344CB8AC3E}">
        <p14:creationId xmlns:p14="http://schemas.microsoft.com/office/powerpoint/2010/main" val="8614130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08CBF-0248-0730-173D-28806B174D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0FABD0-9C46-E660-068A-DADF66A0E4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9B5DC-D91A-F240-5CC5-4C298C0B05FF}"/>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68DD2082-6B28-11BE-94A4-55599217CF90}"/>
              </a:ext>
            </a:extLst>
          </p:cNvPr>
          <p:cNvSpPr>
            <a:spLocks noGrp="1"/>
          </p:cNvSpPr>
          <p:nvPr>
            <p:ph type="sldNum" sz="quarter" idx="5"/>
          </p:nvPr>
        </p:nvSpPr>
        <p:spPr/>
        <p:txBody>
          <a:bodyPr/>
          <a:lstStyle/>
          <a:p>
            <a:fld id="{6788F998-D766-4B2C-A3E6-1E4F72C3F463}" type="slidenum">
              <a:rPr lang="en-PK" smtClean="0"/>
              <a:t>27</a:t>
            </a:fld>
            <a:endParaRPr lang="en-PK"/>
          </a:p>
        </p:txBody>
      </p:sp>
    </p:spTree>
    <p:extLst>
      <p:ext uri="{BB962C8B-B14F-4D97-AF65-F5344CB8AC3E}">
        <p14:creationId xmlns:p14="http://schemas.microsoft.com/office/powerpoint/2010/main" val="4060757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16F79FE-3619-49BB-9242-EFA01138A63C}" type="datetime1">
              <a:rPr lang="en-US" smtClean="0"/>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902981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b="1"/>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E8DFA8-95C3-4508-BCD3-409B2B7ED0D8}" type="datetime1">
              <a:rPr lang="en-US" smtClean="0"/>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06277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58818D-B690-4CC1-A1E9-A76521CA659F}" type="datetime1">
              <a:rPr lang="en-US" smtClean="0"/>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664205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CB82CE8-D8B6-490A-8321-33E06BF50FE0}" type="datetime1">
              <a:rPr lang="en-US" smtClean="0"/>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15774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6170DD-4D0C-4DB9-9D32-E9DB5F0B60D6}" type="datetime1">
              <a:rPr lang="en-US" smtClean="0"/>
              <a:t>8/18/2026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20315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106E34-2605-4B6E-9C1C-20BD3302084B}" type="datetime1">
              <a:rPr lang="en-US" smtClean="0"/>
              <a:t>8/18/2026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34334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C9D199-2DE0-4AFF-9067-FA0993D5CAFC}" type="datetime1">
              <a:rPr lang="en-US" smtClean="0"/>
              <a:t>8/18/2026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51585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325328-C447-4173-9A61-B642973CF85A}" type="datetime1">
              <a:rPr lang="en-US" smtClean="0"/>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058149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F27B82-D44C-439B-AF6A-D2D6F7710BAD}" type="datetime1">
              <a:rPr lang="en-US" smtClean="0"/>
              <a:t>8/18/2026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2512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E0C764-B805-46C1-98E5-813106F3C9CE}" type="datetime1">
              <a:rPr lang="en-US" smtClean="0"/>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19809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BE2824C-ECB5-48E1-A211-3798C78EC3AC}" type="datetime1">
              <a:rPr lang="en-US" smtClean="0"/>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68192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833BCC-ABAC-4949-B295-07EF57CD86C8}" type="datetime1">
              <a:rPr lang="en-US" smtClean="0"/>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520980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A08232-C3AE-4525-B7EE-18FA211BB2CB}" type="datetime1">
              <a:rPr lang="en-US" smtClean="0"/>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063243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992D4AA-B1FB-4366-835D-32C31A25DD78}" type="datetime1">
              <a:rPr lang="en-US" smtClean="0"/>
              <a:t>8/18/2026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97586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967F294-5405-4F5C-8D9E-D1BB58BF94DF}" type="datetime1">
              <a:rPr lang="en-US" smtClean="0"/>
              <a:t>8/18/2026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25455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E3EF7-69E3-1740-A9BB-2D9A7DE906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30A02D24-28DC-E6E3-CFA2-E3D3C6C799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55A1CFB5-6410-7E51-5DE2-56DAF7B0C96B}"/>
              </a:ext>
            </a:extLst>
          </p:cNvPr>
          <p:cNvSpPr>
            <a:spLocks noGrp="1"/>
          </p:cNvSpPr>
          <p:nvPr>
            <p:ph type="dt" sz="half" idx="10"/>
          </p:nvPr>
        </p:nvSpPr>
        <p:spPr/>
        <p:txBody>
          <a:bodyPr/>
          <a:lstStyle/>
          <a:p>
            <a:fld id="{59ED64BE-9F49-4A24-8C1D-2B01942A7768}" type="datetime1">
              <a:rPr lang="en-US" smtClean="0"/>
              <a:t>8/18/2026</a:t>
            </a:fld>
            <a:endParaRPr lang="en-PK"/>
          </a:p>
        </p:txBody>
      </p:sp>
      <p:sp>
        <p:nvSpPr>
          <p:cNvPr id="5" name="Footer Placeholder 4">
            <a:extLst>
              <a:ext uri="{FF2B5EF4-FFF2-40B4-BE49-F238E27FC236}">
                <a16:creationId xmlns:a16="http://schemas.microsoft.com/office/drawing/2014/main" id="{5F671BE2-9335-5D6E-5676-0B4FB3D5DAA7}"/>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5A734318-375A-E89D-7295-E96DEFC23EC0}"/>
              </a:ext>
            </a:extLst>
          </p:cNvPr>
          <p:cNvSpPr>
            <a:spLocks noGrp="1"/>
          </p:cNvSpPr>
          <p:nvPr>
            <p:ph type="sldNum" sz="quarter" idx="12"/>
          </p:nvPr>
        </p:nvSpPr>
        <p:spPr/>
        <p:txBody>
          <a:bodyPr/>
          <a:lstStyle/>
          <a:p>
            <a:fld id="{68CAD9A9-ECDE-499A-AB88-9B2C4821F3EA}" type="slidenum">
              <a:rPr lang="en-PK" smtClean="0"/>
              <a:t>‹#›</a:t>
            </a:fld>
            <a:endParaRPr lang="en-PK"/>
          </a:p>
        </p:txBody>
      </p:sp>
    </p:spTree>
    <p:extLst>
      <p:ext uri="{BB962C8B-B14F-4D97-AF65-F5344CB8AC3E}">
        <p14:creationId xmlns:p14="http://schemas.microsoft.com/office/powerpoint/2010/main" val="9300462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3206F-D206-81FF-707E-9AA79135AC42}"/>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F91139EB-9AA1-39D1-1214-B586FDA3A5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442D2D4-7AA4-09E0-57BD-7FFCDF0BB689}"/>
              </a:ext>
            </a:extLst>
          </p:cNvPr>
          <p:cNvSpPr>
            <a:spLocks noGrp="1"/>
          </p:cNvSpPr>
          <p:nvPr>
            <p:ph type="dt" sz="half" idx="10"/>
          </p:nvPr>
        </p:nvSpPr>
        <p:spPr/>
        <p:txBody>
          <a:bodyPr/>
          <a:lstStyle/>
          <a:p>
            <a:fld id="{6CE0E108-C188-4F71-9809-D24D08909A44}" type="datetime1">
              <a:rPr lang="en-US" smtClean="0"/>
              <a:t>8/18/2026</a:t>
            </a:fld>
            <a:endParaRPr lang="en-PK"/>
          </a:p>
        </p:txBody>
      </p:sp>
      <p:sp>
        <p:nvSpPr>
          <p:cNvPr id="5" name="Footer Placeholder 4">
            <a:extLst>
              <a:ext uri="{FF2B5EF4-FFF2-40B4-BE49-F238E27FC236}">
                <a16:creationId xmlns:a16="http://schemas.microsoft.com/office/drawing/2014/main" id="{6F3FCA6A-4176-6A67-BB66-5E0EE0E735F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4DE810D-36CA-1C06-F886-0186463827B3}"/>
              </a:ext>
            </a:extLst>
          </p:cNvPr>
          <p:cNvSpPr>
            <a:spLocks noGrp="1"/>
          </p:cNvSpPr>
          <p:nvPr>
            <p:ph type="sldNum" sz="quarter" idx="12"/>
          </p:nvPr>
        </p:nvSpPr>
        <p:spPr/>
        <p:txBody>
          <a:bodyPr/>
          <a:lstStyle/>
          <a:p>
            <a:fld id="{68CAD9A9-ECDE-499A-AB88-9B2C4821F3EA}" type="slidenum">
              <a:rPr lang="en-PK" smtClean="0"/>
              <a:t>‹#›</a:t>
            </a:fld>
            <a:endParaRPr lang="en-PK"/>
          </a:p>
        </p:txBody>
      </p:sp>
    </p:spTree>
    <p:extLst>
      <p:ext uri="{BB962C8B-B14F-4D97-AF65-F5344CB8AC3E}">
        <p14:creationId xmlns:p14="http://schemas.microsoft.com/office/powerpoint/2010/main" val="18355575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01941-1500-15F3-EF12-1A6951E20C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DB252E2B-51C7-3974-0E73-172E40110C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61430F-2728-22ED-48F9-FD9497C9A444}"/>
              </a:ext>
            </a:extLst>
          </p:cNvPr>
          <p:cNvSpPr>
            <a:spLocks noGrp="1"/>
          </p:cNvSpPr>
          <p:nvPr>
            <p:ph type="dt" sz="half" idx="10"/>
          </p:nvPr>
        </p:nvSpPr>
        <p:spPr/>
        <p:txBody>
          <a:bodyPr/>
          <a:lstStyle/>
          <a:p>
            <a:fld id="{ABC7F4EB-98EA-4AAC-AD1D-CAEDD2F9138B}" type="datetime1">
              <a:rPr lang="en-US" smtClean="0"/>
              <a:t>8/18/2026</a:t>
            </a:fld>
            <a:endParaRPr lang="en-PK"/>
          </a:p>
        </p:txBody>
      </p:sp>
      <p:sp>
        <p:nvSpPr>
          <p:cNvPr id="5" name="Footer Placeholder 4">
            <a:extLst>
              <a:ext uri="{FF2B5EF4-FFF2-40B4-BE49-F238E27FC236}">
                <a16:creationId xmlns:a16="http://schemas.microsoft.com/office/drawing/2014/main" id="{E634B605-04E7-11A9-A8F7-5284AC1992A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7E07BA5-85EF-E6EA-4B5D-C984D418C3C9}"/>
              </a:ext>
            </a:extLst>
          </p:cNvPr>
          <p:cNvSpPr>
            <a:spLocks noGrp="1"/>
          </p:cNvSpPr>
          <p:nvPr>
            <p:ph type="sldNum" sz="quarter" idx="12"/>
          </p:nvPr>
        </p:nvSpPr>
        <p:spPr/>
        <p:txBody>
          <a:bodyPr/>
          <a:lstStyle/>
          <a:p>
            <a:fld id="{68CAD9A9-ECDE-499A-AB88-9B2C4821F3EA}" type="slidenum">
              <a:rPr lang="en-PK" smtClean="0"/>
              <a:t>‹#›</a:t>
            </a:fld>
            <a:endParaRPr lang="en-PK"/>
          </a:p>
        </p:txBody>
      </p:sp>
    </p:spTree>
    <p:extLst>
      <p:ext uri="{BB962C8B-B14F-4D97-AF65-F5344CB8AC3E}">
        <p14:creationId xmlns:p14="http://schemas.microsoft.com/office/powerpoint/2010/main" val="21413508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FB148-9265-4F2B-52A2-4E2A3DEFFDA1}"/>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26180921-B84E-112C-1368-D30F5E853B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06FCE535-9315-2415-D51C-CC9A74662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F47E8D50-D0FD-6B78-469B-5EAF4AEFF947}"/>
              </a:ext>
            </a:extLst>
          </p:cNvPr>
          <p:cNvSpPr>
            <a:spLocks noGrp="1"/>
          </p:cNvSpPr>
          <p:nvPr>
            <p:ph type="dt" sz="half" idx="10"/>
          </p:nvPr>
        </p:nvSpPr>
        <p:spPr/>
        <p:txBody>
          <a:bodyPr/>
          <a:lstStyle/>
          <a:p>
            <a:fld id="{8E7A138E-3BB7-427C-9947-D4A9B7556271}" type="datetime1">
              <a:rPr lang="en-US" smtClean="0"/>
              <a:t>8/18/2026</a:t>
            </a:fld>
            <a:endParaRPr lang="en-PK"/>
          </a:p>
        </p:txBody>
      </p:sp>
      <p:sp>
        <p:nvSpPr>
          <p:cNvPr id="6" name="Footer Placeholder 5">
            <a:extLst>
              <a:ext uri="{FF2B5EF4-FFF2-40B4-BE49-F238E27FC236}">
                <a16:creationId xmlns:a16="http://schemas.microsoft.com/office/drawing/2014/main" id="{B2327935-4741-7624-D1E2-2AD4689E5530}"/>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66BDAC12-7893-7E71-98B1-61F859F8A5C1}"/>
              </a:ext>
            </a:extLst>
          </p:cNvPr>
          <p:cNvSpPr>
            <a:spLocks noGrp="1"/>
          </p:cNvSpPr>
          <p:nvPr>
            <p:ph type="sldNum" sz="quarter" idx="12"/>
          </p:nvPr>
        </p:nvSpPr>
        <p:spPr/>
        <p:txBody>
          <a:bodyPr/>
          <a:lstStyle/>
          <a:p>
            <a:fld id="{68CAD9A9-ECDE-499A-AB88-9B2C4821F3EA}" type="slidenum">
              <a:rPr lang="en-PK" smtClean="0"/>
              <a:t>‹#›</a:t>
            </a:fld>
            <a:endParaRPr lang="en-PK"/>
          </a:p>
        </p:txBody>
      </p:sp>
    </p:spTree>
    <p:extLst>
      <p:ext uri="{BB962C8B-B14F-4D97-AF65-F5344CB8AC3E}">
        <p14:creationId xmlns:p14="http://schemas.microsoft.com/office/powerpoint/2010/main" val="22595734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F1C50-FE2E-02A1-681C-3E7BEC5C84EB}"/>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252D3BF4-B5F3-8424-62FB-5540B1430D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D2F56C-CB9C-5289-9BD3-D1BA1D4B0B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D83A3A21-72C5-0B43-42CE-188CDB2CD9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CC2FFC-40BD-574F-11EA-20FC24D7C3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13E3823-5278-B7EF-1510-2DDA3E865D46}"/>
              </a:ext>
            </a:extLst>
          </p:cNvPr>
          <p:cNvSpPr>
            <a:spLocks noGrp="1"/>
          </p:cNvSpPr>
          <p:nvPr>
            <p:ph type="dt" sz="half" idx="10"/>
          </p:nvPr>
        </p:nvSpPr>
        <p:spPr/>
        <p:txBody>
          <a:bodyPr/>
          <a:lstStyle/>
          <a:p>
            <a:fld id="{048C6A46-7D38-4B40-B192-9917CB226C9E}" type="datetime1">
              <a:rPr lang="en-US" smtClean="0"/>
              <a:t>8/18/2026</a:t>
            </a:fld>
            <a:endParaRPr lang="en-PK"/>
          </a:p>
        </p:txBody>
      </p:sp>
      <p:sp>
        <p:nvSpPr>
          <p:cNvPr id="8" name="Footer Placeholder 7">
            <a:extLst>
              <a:ext uri="{FF2B5EF4-FFF2-40B4-BE49-F238E27FC236}">
                <a16:creationId xmlns:a16="http://schemas.microsoft.com/office/drawing/2014/main" id="{BCB36585-0A53-F0D7-71FC-AE0245140287}"/>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869B0533-F96B-906A-4E15-5A678320FD3C}"/>
              </a:ext>
            </a:extLst>
          </p:cNvPr>
          <p:cNvSpPr>
            <a:spLocks noGrp="1"/>
          </p:cNvSpPr>
          <p:nvPr>
            <p:ph type="sldNum" sz="quarter" idx="12"/>
          </p:nvPr>
        </p:nvSpPr>
        <p:spPr/>
        <p:txBody>
          <a:bodyPr/>
          <a:lstStyle/>
          <a:p>
            <a:fld id="{68CAD9A9-ECDE-499A-AB88-9B2C4821F3EA}" type="slidenum">
              <a:rPr lang="en-PK" smtClean="0"/>
              <a:t>‹#›</a:t>
            </a:fld>
            <a:endParaRPr lang="en-PK"/>
          </a:p>
        </p:txBody>
      </p:sp>
    </p:spTree>
    <p:extLst>
      <p:ext uri="{BB962C8B-B14F-4D97-AF65-F5344CB8AC3E}">
        <p14:creationId xmlns:p14="http://schemas.microsoft.com/office/powerpoint/2010/main" val="35545828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FE893-4840-8DA4-AAEA-6B5743A3D480}"/>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C43010E2-48A3-22E7-20A9-429D68B7DA15}"/>
              </a:ext>
            </a:extLst>
          </p:cNvPr>
          <p:cNvSpPr>
            <a:spLocks noGrp="1"/>
          </p:cNvSpPr>
          <p:nvPr>
            <p:ph type="dt" sz="half" idx="10"/>
          </p:nvPr>
        </p:nvSpPr>
        <p:spPr/>
        <p:txBody>
          <a:bodyPr/>
          <a:lstStyle/>
          <a:p>
            <a:fld id="{8F5B1F02-1575-4BE7-980B-66DD79E0A159}" type="datetime1">
              <a:rPr lang="en-US" smtClean="0"/>
              <a:t>8/18/2026</a:t>
            </a:fld>
            <a:endParaRPr lang="en-PK"/>
          </a:p>
        </p:txBody>
      </p:sp>
      <p:sp>
        <p:nvSpPr>
          <p:cNvPr id="4" name="Footer Placeholder 3">
            <a:extLst>
              <a:ext uri="{FF2B5EF4-FFF2-40B4-BE49-F238E27FC236}">
                <a16:creationId xmlns:a16="http://schemas.microsoft.com/office/drawing/2014/main" id="{3532F5CF-E2D2-E22B-586B-9042489473ED}"/>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D8A9FA48-B59B-457E-1291-38AB97E3054E}"/>
              </a:ext>
            </a:extLst>
          </p:cNvPr>
          <p:cNvSpPr>
            <a:spLocks noGrp="1"/>
          </p:cNvSpPr>
          <p:nvPr>
            <p:ph type="sldNum" sz="quarter" idx="12"/>
          </p:nvPr>
        </p:nvSpPr>
        <p:spPr/>
        <p:txBody>
          <a:bodyPr/>
          <a:lstStyle/>
          <a:p>
            <a:fld id="{68CAD9A9-ECDE-499A-AB88-9B2C4821F3EA}" type="slidenum">
              <a:rPr lang="en-PK" smtClean="0"/>
              <a:t>‹#›</a:t>
            </a:fld>
            <a:endParaRPr lang="en-PK"/>
          </a:p>
        </p:txBody>
      </p:sp>
    </p:spTree>
    <p:extLst>
      <p:ext uri="{BB962C8B-B14F-4D97-AF65-F5344CB8AC3E}">
        <p14:creationId xmlns:p14="http://schemas.microsoft.com/office/powerpoint/2010/main" val="3190835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AC9A0D-D675-811F-7F79-B9CA67414C94}"/>
              </a:ext>
            </a:extLst>
          </p:cNvPr>
          <p:cNvSpPr>
            <a:spLocks noGrp="1"/>
          </p:cNvSpPr>
          <p:nvPr>
            <p:ph type="dt" sz="half" idx="10"/>
          </p:nvPr>
        </p:nvSpPr>
        <p:spPr/>
        <p:txBody>
          <a:bodyPr/>
          <a:lstStyle/>
          <a:p>
            <a:fld id="{6F0F2929-7181-4EE2-A951-CA7FA4E7A494}" type="datetime1">
              <a:rPr lang="en-US" smtClean="0"/>
              <a:t>8/18/2026</a:t>
            </a:fld>
            <a:endParaRPr lang="en-PK"/>
          </a:p>
        </p:txBody>
      </p:sp>
      <p:sp>
        <p:nvSpPr>
          <p:cNvPr id="3" name="Footer Placeholder 2">
            <a:extLst>
              <a:ext uri="{FF2B5EF4-FFF2-40B4-BE49-F238E27FC236}">
                <a16:creationId xmlns:a16="http://schemas.microsoft.com/office/drawing/2014/main" id="{E6BDE56F-D227-6764-E5FF-D6CCE338746E}"/>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A616F1B7-3C24-5DE1-323A-DF1F6085C90D}"/>
              </a:ext>
            </a:extLst>
          </p:cNvPr>
          <p:cNvSpPr>
            <a:spLocks noGrp="1"/>
          </p:cNvSpPr>
          <p:nvPr>
            <p:ph type="sldNum" sz="quarter" idx="12"/>
          </p:nvPr>
        </p:nvSpPr>
        <p:spPr/>
        <p:txBody>
          <a:bodyPr/>
          <a:lstStyle/>
          <a:p>
            <a:fld id="{68CAD9A9-ECDE-499A-AB88-9B2C4821F3EA}" type="slidenum">
              <a:rPr lang="en-PK" smtClean="0"/>
              <a:t>‹#›</a:t>
            </a:fld>
            <a:endParaRPr lang="en-PK"/>
          </a:p>
        </p:txBody>
      </p:sp>
    </p:spTree>
    <p:extLst>
      <p:ext uri="{BB962C8B-B14F-4D97-AF65-F5344CB8AC3E}">
        <p14:creationId xmlns:p14="http://schemas.microsoft.com/office/powerpoint/2010/main" val="24202278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3BBEF-C2C3-7FD0-6CEA-AF8B667F57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B2AE1047-D215-F685-5F67-8F8EBA620D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368796C3-0AD1-D9DE-2626-5A473ED1CD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52AC8F-CC04-F1E8-57C5-529FC7B62ED7}"/>
              </a:ext>
            </a:extLst>
          </p:cNvPr>
          <p:cNvSpPr>
            <a:spLocks noGrp="1"/>
          </p:cNvSpPr>
          <p:nvPr>
            <p:ph type="dt" sz="half" idx="10"/>
          </p:nvPr>
        </p:nvSpPr>
        <p:spPr/>
        <p:txBody>
          <a:bodyPr/>
          <a:lstStyle/>
          <a:p>
            <a:fld id="{ADB31A25-D01F-4F1F-B263-5740F5954D4C}" type="datetime1">
              <a:rPr lang="en-US" smtClean="0"/>
              <a:t>8/18/2026</a:t>
            </a:fld>
            <a:endParaRPr lang="en-PK"/>
          </a:p>
        </p:txBody>
      </p:sp>
      <p:sp>
        <p:nvSpPr>
          <p:cNvPr id="6" name="Footer Placeholder 5">
            <a:extLst>
              <a:ext uri="{FF2B5EF4-FFF2-40B4-BE49-F238E27FC236}">
                <a16:creationId xmlns:a16="http://schemas.microsoft.com/office/drawing/2014/main" id="{34E68F22-5263-43C2-1CB6-02D8030ADF4E}"/>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5D5CA358-3850-E570-3F98-CDDA9A25F84C}"/>
              </a:ext>
            </a:extLst>
          </p:cNvPr>
          <p:cNvSpPr>
            <a:spLocks noGrp="1"/>
          </p:cNvSpPr>
          <p:nvPr>
            <p:ph type="sldNum" sz="quarter" idx="12"/>
          </p:nvPr>
        </p:nvSpPr>
        <p:spPr/>
        <p:txBody>
          <a:bodyPr/>
          <a:lstStyle/>
          <a:p>
            <a:fld id="{68CAD9A9-ECDE-499A-AB88-9B2C4821F3EA}" type="slidenum">
              <a:rPr lang="en-PK" smtClean="0"/>
              <a:t>‹#›</a:t>
            </a:fld>
            <a:endParaRPr lang="en-PK"/>
          </a:p>
        </p:txBody>
      </p:sp>
    </p:spTree>
    <p:extLst>
      <p:ext uri="{BB962C8B-B14F-4D97-AF65-F5344CB8AC3E}">
        <p14:creationId xmlns:p14="http://schemas.microsoft.com/office/powerpoint/2010/main" val="28260334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877F4-A155-FEC9-7409-FE4C9D2A3F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9FE6B0BA-2949-AECB-6EC6-95B83554B6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FC20C1AC-3905-B993-A9B2-E063678DA2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3CD13E-3A5E-66DF-C812-AD9ADAB48EF3}"/>
              </a:ext>
            </a:extLst>
          </p:cNvPr>
          <p:cNvSpPr>
            <a:spLocks noGrp="1"/>
          </p:cNvSpPr>
          <p:nvPr>
            <p:ph type="dt" sz="half" idx="10"/>
          </p:nvPr>
        </p:nvSpPr>
        <p:spPr/>
        <p:txBody>
          <a:bodyPr/>
          <a:lstStyle/>
          <a:p>
            <a:fld id="{5F9A3567-A9A6-4FAA-8939-3C54E5BC703A}" type="datetime1">
              <a:rPr lang="en-US" smtClean="0"/>
              <a:t>8/18/2026</a:t>
            </a:fld>
            <a:endParaRPr lang="en-PK"/>
          </a:p>
        </p:txBody>
      </p:sp>
      <p:sp>
        <p:nvSpPr>
          <p:cNvPr id="6" name="Footer Placeholder 5">
            <a:extLst>
              <a:ext uri="{FF2B5EF4-FFF2-40B4-BE49-F238E27FC236}">
                <a16:creationId xmlns:a16="http://schemas.microsoft.com/office/drawing/2014/main" id="{1FE30FEC-B8BB-3C9A-3B5A-713017CDF5D4}"/>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A34F0F7-19F2-CA30-C4B3-817B81D577B1}"/>
              </a:ext>
            </a:extLst>
          </p:cNvPr>
          <p:cNvSpPr>
            <a:spLocks noGrp="1"/>
          </p:cNvSpPr>
          <p:nvPr>
            <p:ph type="sldNum" sz="quarter" idx="12"/>
          </p:nvPr>
        </p:nvSpPr>
        <p:spPr/>
        <p:txBody>
          <a:bodyPr/>
          <a:lstStyle/>
          <a:p>
            <a:fld id="{68CAD9A9-ECDE-499A-AB88-9B2C4821F3EA}" type="slidenum">
              <a:rPr lang="en-PK" smtClean="0"/>
              <a:t>‹#›</a:t>
            </a:fld>
            <a:endParaRPr lang="en-PK"/>
          </a:p>
        </p:txBody>
      </p:sp>
    </p:spTree>
    <p:extLst>
      <p:ext uri="{BB962C8B-B14F-4D97-AF65-F5344CB8AC3E}">
        <p14:creationId xmlns:p14="http://schemas.microsoft.com/office/powerpoint/2010/main" val="24265496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B5F12-67BD-6941-3868-F4E6FBCFF456}"/>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037CDA7-EC86-5397-4AEB-0142FE0496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0F045D5-B4F7-1EDE-1D16-5AE67A8B9D25}"/>
              </a:ext>
            </a:extLst>
          </p:cNvPr>
          <p:cNvSpPr>
            <a:spLocks noGrp="1"/>
          </p:cNvSpPr>
          <p:nvPr>
            <p:ph type="dt" sz="half" idx="10"/>
          </p:nvPr>
        </p:nvSpPr>
        <p:spPr/>
        <p:txBody>
          <a:bodyPr/>
          <a:lstStyle/>
          <a:p>
            <a:fld id="{E3FFF412-CA03-486E-8679-237A6A25990C}" type="datetime1">
              <a:rPr lang="en-US" smtClean="0"/>
              <a:t>8/18/2026</a:t>
            </a:fld>
            <a:endParaRPr lang="en-PK"/>
          </a:p>
        </p:txBody>
      </p:sp>
      <p:sp>
        <p:nvSpPr>
          <p:cNvPr id="5" name="Footer Placeholder 4">
            <a:extLst>
              <a:ext uri="{FF2B5EF4-FFF2-40B4-BE49-F238E27FC236}">
                <a16:creationId xmlns:a16="http://schemas.microsoft.com/office/drawing/2014/main" id="{597EA5E7-D1CF-A2F5-1B9C-EE30F8C5758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7E69A64-5359-711F-5F34-E76221D4C161}"/>
              </a:ext>
            </a:extLst>
          </p:cNvPr>
          <p:cNvSpPr>
            <a:spLocks noGrp="1"/>
          </p:cNvSpPr>
          <p:nvPr>
            <p:ph type="sldNum" sz="quarter" idx="12"/>
          </p:nvPr>
        </p:nvSpPr>
        <p:spPr/>
        <p:txBody>
          <a:bodyPr/>
          <a:lstStyle/>
          <a:p>
            <a:fld id="{68CAD9A9-ECDE-499A-AB88-9B2C4821F3EA}" type="slidenum">
              <a:rPr lang="en-PK" smtClean="0"/>
              <a:t>‹#›</a:t>
            </a:fld>
            <a:endParaRPr lang="en-PK"/>
          </a:p>
        </p:txBody>
      </p:sp>
    </p:spTree>
    <p:extLst>
      <p:ext uri="{BB962C8B-B14F-4D97-AF65-F5344CB8AC3E}">
        <p14:creationId xmlns:p14="http://schemas.microsoft.com/office/powerpoint/2010/main" val="25311493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644FA1-C54E-A074-C805-31928381559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B177CDEA-7229-876A-AF85-AF4547B7C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9A63A69C-310B-588B-AE5D-82D95E835800}"/>
              </a:ext>
            </a:extLst>
          </p:cNvPr>
          <p:cNvSpPr>
            <a:spLocks noGrp="1"/>
          </p:cNvSpPr>
          <p:nvPr>
            <p:ph type="dt" sz="half" idx="10"/>
          </p:nvPr>
        </p:nvSpPr>
        <p:spPr/>
        <p:txBody>
          <a:bodyPr/>
          <a:lstStyle/>
          <a:p>
            <a:fld id="{88028EB6-7064-4865-8D1F-E93517224224}" type="datetime1">
              <a:rPr lang="en-US" smtClean="0"/>
              <a:t>8/18/2026</a:t>
            </a:fld>
            <a:endParaRPr lang="en-PK"/>
          </a:p>
        </p:txBody>
      </p:sp>
      <p:sp>
        <p:nvSpPr>
          <p:cNvPr id="5" name="Footer Placeholder 4">
            <a:extLst>
              <a:ext uri="{FF2B5EF4-FFF2-40B4-BE49-F238E27FC236}">
                <a16:creationId xmlns:a16="http://schemas.microsoft.com/office/drawing/2014/main" id="{CF5F3A9E-E4CA-364A-BD94-0672986D1B7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93D92952-86BE-79B9-7426-4AF89BFED173}"/>
              </a:ext>
            </a:extLst>
          </p:cNvPr>
          <p:cNvSpPr>
            <a:spLocks noGrp="1"/>
          </p:cNvSpPr>
          <p:nvPr>
            <p:ph type="sldNum" sz="quarter" idx="12"/>
          </p:nvPr>
        </p:nvSpPr>
        <p:spPr/>
        <p:txBody>
          <a:bodyPr/>
          <a:lstStyle/>
          <a:p>
            <a:fld id="{68CAD9A9-ECDE-499A-AB88-9B2C4821F3EA}" type="slidenum">
              <a:rPr lang="en-PK" smtClean="0"/>
              <a:t>‹#›</a:t>
            </a:fld>
            <a:endParaRPr lang="en-PK"/>
          </a:p>
        </p:txBody>
      </p:sp>
    </p:spTree>
    <p:extLst>
      <p:ext uri="{BB962C8B-B14F-4D97-AF65-F5344CB8AC3E}">
        <p14:creationId xmlns:p14="http://schemas.microsoft.com/office/powerpoint/2010/main" val="2583903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7400913F-7CEF-4570-85FE-8F75EF73A539}" type="datetime1">
              <a:rPr lang="en-US" smtClean="0"/>
              <a:t>8/18/2026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40127440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2ED7BF-1647-9E81-C768-0001418339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DDEF239A-99ED-433F-84A4-6FA47F9DFC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D1C6C80-09FF-6DD9-80F4-5C6DA2E581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89D557-9048-4A1C-90AF-123A013D19B8}" type="datetime1">
              <a:rPr lang="en-US" smtClean="0"/>
              <a:t>8/18/2026</a:t>
            </a:fld>
            <a:endParaRPr lang="en-PK"/>
          </a:p>
        </p:txBody>
      </p:sp>
      <p:sp>
        <p:nvSpPr>
          <p:cNvPr id="5" name="Footer Placeholder 4">
            <a:extLst>
              <a:ext uri="{FF2B5EF4-FFF2-40B4-BE49-F238E27FC236}">
                <a16:creationId xmlns:a16="http://schemas.microsoft.com/office/drawing/2014/main" id="{9CFC6CDC-C7FE-0EFC-E738-C0F348595B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38A8A085-CA80-FBC7-1D3F-F143F8656E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CAD9A9-ECDE-499A-AB88-9B2C4821F3EA}" type="slidenum">
              <a:rPr lang="en-PK" smtClean="0"/>
              <a:t>‹#›</a:t>
            </a:fld>
            <a:endParaRPr lang="en-PK"/>
          </a:p>
        </p:txBody>
      </p:sp>
    </p:spTree>
    <p:extLst>
      <p:ext uri="{BB962C8B-B14F-4D97-AF65-F5344CB8AC3E}">
        <p14:creationId xmlns:p14="http://schemas.microsoft.com/office/powerpoint/2010/main" val="1248710695"/>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4.jpeg"/><Relationship Id="rId1" Type="http://schemas.openxmlformats.org/officeDocument/2006/relationships/slideLayout" Target="../slideLayouts/slideLayout1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diagramColors" Target="../diagrams/colors5.xml"/><Relationship Id="rId5" Type="http://schemas.openxmlformats.org/officeDocument/2006/relationships/diagramQuickStyle" Target="../diagrams/quickStyle5.xml"/><Relationship Id="rId10" Type="http://schemas.openxmlformats.org/officeDocument/2006/relationships/image" Target="../media/image23.png"/><Relationship Id="rId4" Type="http://schemas.openxmlformats.org/officeDocument/2006/relationships/diagramLayout" Target="../diagrams/layout5.xml"/><Relationship Id="rId9"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17.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9.xml"/><Relationship Id="rId1" Type="http://schemas.openxmlformats.org/officeDocument/2006/relationships/slideLayout" Target="../slideLayouts/slideLayout17.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0.xml"/><Relationship Id="rId1" Type="http://schemas.openxmlformats.org/officeDocument/2006/relationships/slideLayout" Target="../slideLayouts/slideLayout17.xml"/><Relationship Id="rId6" Type="http://schemas.openxmlformats.org/officeDocument/2006/relationships/diagramColors" Target="../diagrams/colors8.xml"/><Relationship Id="rId11" Type="http://schemas.openxmlformats.org/officeDocument/2006/relationships/image" Target="../media/image33.png"/><Relationship Id="rId5" Type="http://schemas.openxmlformats.org/officeDocument/2006/relationships/diagramQuickStyle" Target="../diagrams/quickStyle8.xml"/><Relationship Id="rId10" Type="http://schemas.openxmlformats.org/officeDocument/2006/relationships/image" Target="../media/image32.png"/><Relationship Id="rId4" Type="http://schemas.openxmlformats.org/officeDocument/2006/relationships/diagramLayout" Target="../diagrams/layout8.xml"/><Relationship Id="rId9"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78302" y="1547851"/>
            <a:ext cx="10274059" cy="1812137"/>
          </a:xfrm>
        </p:spPr>
        <p:txBody>
          <a:bodyPr>
            <a:normAutofit fontScale="90000"/>
          </a:bodyPr>
          <a:lstStyle/>
          <a:p>
            <a:pPr>
              <a:lnSpc>
                <a:spcPct val="150000"/>
              </a:lnSpc>
            </a:pPr>
            <a:r>
              <a:rPr lang="en-PK" sz="4900" b="1" dirty="0"/>
              <a:t>HYDROINFORMATICS</a:t>
            </a:r>
            <a:br>
              <a:rPr lang="en-US" dirty="0"/>
            </a:br>
            <a:r>
              <a:rPr lang="en-PK" sz="4900" b="1" dirty="0"/>
              <a:t>DATA MANAGEMENT AND ANALYSIS</a:t>
            </a:r>
            <a:endParaRPr sz="4900" b="1" dirty="0"/>
          </a:p>
        </p:txBody>
      </p:sp>
      <p:sp>
        <p:nvSpPr>
          <p:cNvPr id="3" name="Subtitle 2"/>
          <p:cNvSpPr>
            <a:spLocks noGrp="1"/>
          </p:cNvSpPr>
          <p:nvPr>
            <p:ph type="subTitle" idx="1"/>
          </p:nvPr>
        </p:nvSpPr>
        <p:spPr>
          <a:xfrm>
            <a:off x="2515938" y="4012325"/>
            <a:ext cx="6400800" cy="1752600"/>
          </a:xfrm>
        </p:spPr>
        <p:txBody>
          <a:bodyPr/>
          <a:lstStyle/>
          <a:p>
            <a:pPr>
              <a:defRPr sz="2400"/>
            </a:pPr>
            <a:r>
              <a:rPr dirty="0"/>
              <a:t>Graduate Course</a:t>
            </a:r>
            <a:br>
              <a:rPr dirty="0"/>
            </a:br>
            <a:endParaRPr lang="en-US" dirty="0"/>
          </a:p>
          <a:p>
            <a:pPr>
              <a:defRPr sz="2400"/>
            </a:pPr>
            <a:r>
              <a:rPr dirty="0"/>
              <a:t>Lecture </a:t>
            </a:r>
            <a:r>
              <a:rPr lang="en-US" dirty="0"/>
              <a:t>3: Introduction to the course</a:t>
            </a:r>
            <a:endParaRPr dirty="0"/>
          </a:p>
        </p:txBody>
      </p:sp>
      <p:sp>
        <p:nvSpPr>
          <p:cNvPr id="4" name="Slide Number Placeholder 3">
            <a:extLst>
              <a:ext uri="{FF2B5EF4-FFF2-40B4-BE49-F238E27FC236}">
                <a16:creationId xmlns:a16="http://schemas.microsoft.com/office/drawing/2014/main" id="{73F7467C-CEAA-92A8-B16A-5C5105811F11}"/>
              </a:ext>
            </a:extLst>
          </p:cNvPr>
          <p:cNvSpPr>
            <a:spLocks noGrp="1"/>
          </p:cNvSpPr>
          <p:nvPr>
            <p:ph type="sldNum" sz="quarter" idx="12"/>
          </p:nvPr>
        </p:nvSpPr>
        <p:spPr/>
        <p:txBody>
          <a:bodyPr/>
          <a:lstStyle/>
          <a:p>
            <a:fld id="{3A98EE3D-8CD1-4C3F-BD1C-C98C9596463C}"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368061"/>
            <a:ext cx="10353762" cy="787879"/>
          </a:xfrm>
        </p:spPr>
        <p:txBody>
          <a:bodyPr/>
          <a:lstStyle/>
          <a:p>
            <a:r>
              <a:rPr lang="en-US" dirty="0"/>
              <a:t>L</a:t>
            </a:r>
            <a:r>
              <a:rPr lang="en-PK" dirty="0"/>
              <a:t>earning </a:t>
            </a:r>
            <a:r>
              <a:rPr lang="en-US" dirty="0"/>
              <a:t>Outcomes</a:t>
            </a:r>
            <a:endParaRPr dirty="0"/>
          </a:p>
        </p:txBody>
      </p:sp>
      <p:sp>
        <p:nvSpPr>
          <p:cNvPr id="3" name="Content Placeholder 2"/>
          <p:cNvSpPr>
            <a:spLocks noGrp="1"/>
          </p:cNvSpPr>
          <p:nvPr>
            <p:ph idx="1"/>
          </p:nvPr>
        </p:nvSpPr>
        <p:spPr>
          <a:xfrm>
            <a:off x="913795" y="1414733"/>
            <a:ext cx="10749118" cy="5210354"/>
          </a:xfrm>
        </p:spPr>
        <p:txBody>
          <a:bodyPr>
            <a:normAutofit fontScale="92500" lnSpcReduction="10000"/>
          </a:bodyPr>
          <a:lstStyle/>
          <a:p>
            <a:pPr marL="0" indent="0">
              <a:lnSpc>
                <a:spcPct val="124000"/>
              </a:lnSpc>
              <a:buNone/>
              <a:defRPr sz="2400"/>
            </a:pPr>
            <a:r>
              <a:rPr lang="en-US" dirty="0">
                <a:solidFill>
                  <a:schemeClr val="accent6"/>
                </a:solidFill>
              </a:rPr>
              <a:t>By the end of the course, students will be able to</a:t>
            </a:r>
          </a:p>
          <a:p>
            <a:pPr marL="457200" indent="-457200">
              <a:lnSpc>
                <a:spcPct val="124000"/>
              </a:lnSpc>
              <a:buFont typeface="+mj-lt"/>
              <a:buAutoNum type="arabicPeriod"/>
              <a:defRPr sz="2400"/>
            </a:pPr>
            <a:r>
              <a:rPr lang="en-US" dirty="0"/>
              <a:t>Explain the fundamental concepts, principles, and applications of Hydroinformatics in water resources management.</a:t>
            </a:r>
          </a:p>
          <a:p>
            <a:pPr marL="457200" indent="-457200">
              <a:lnSpc>
                <a:spcPct val="124000"/>
              </a:lnSpc>
              <a:buFont typeface="+mj-lt"/>
              <a:buAutoNum type="arabicPeriod"/>
              <a:defRPr sz="2400"/>
            </a:pPr>
            <a:r>
              <a:rPr lang="en-US" dirty="0"/>
              <a:t>Acquire, manage, and preprocess hydrological and geospatial datasets from ground-based and Earth observation sources.</a:t>
            </a:r>
          </a:p>
          <a:p>
            <a:pPr marL="457200" indent="-457200">
              <a:lnSpc>
                <a:spcPct val="124000"/>
              </a:lnSpc>
              <a:buFont typeface="+mj-lt"/>
              <a:buAutoNum type="arabicPeriod"/>
              <a:defRPr sz="2400"/>
            </a:pPr>
            <a:r>
              <a:rPr lang="en-US" dirty="0"/>
              <a:t>Analyze and visualize hydrological data using statistical methods and computational tools to identify trends, patterns, and anomalies.</a:t>
            </a:r>
          </a:p>
          <a:p>
            <a:pPr marL="457200" indent="-457200">
              <a:lnSpc>
                <a:spcPct val="124000"/>
              </a:lnSpc>
              <a:buFont typeface="+mj-lt"/>
              <a:buAutoNum type="arabicPeriod"/>
              <a:defRPr sz="2400"/>
            </a:pPr>
            <a:r>
              <a:rPr lang="en-US" dirty="0"/>
              <a:t>Apply Python and cloud-based geospatial platforms to solve common water resources problems involving floods, droughts, and water quality.</a:t>
            </a:r>
          </a:p>
          <a:p>
            <a:pPr marL="457200" indent="-457200">
              <a:lnSpc>
                <a:spcPct val="124000"/>
              </a:lnSpc>
              <a:buFont typeface="+mj-lt"/>
              <a:buAutoNum type="arabicPeriod"/>
              <a:defRPr sz="2400"/>
            </a:pPr>
            <a:r>
              <a:rPr lang="en-US" dirty="0"/>
              <a:t>Interpret and communicate analytical results to support evidence-based decision-making in water resources management.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Course Roadmap</a:t>
            </a:r>
          </a:p>
        </p:txBody>
      </p:sp>
      <p:sp>
        <p:nvSpPr>
          <p:cNvPr id="3" name="Content Placeholder 2"/>
          <p:cNvSpPr>
            <a:spLocks noGrp="1"/>
          </p:cNvSpPr>
          <p:nvPr>
            <p:ph idx="1"/>
          </p:nvPr>
        </p:nvSpPr>
        <p:spPr/>
        <p:txBody>
          <a:bodyPr>
            <a:normAutofit/>
          </a:bodyPr>
          <a:lstStyle/>
          <a:p>
            <a:pPr indent="-342900">
              <a:lnSpc>
                <a:spcPct val="150000"/>
              </a:lnSpc>
              <a:defRPr sz="2400"/>
            </a:pPr>
            <a:r>
              <a:rPr lang="en-US" dirty="0"/>
              <a:t>Includes t</a:t>
            </a:r>
            <a:r>
              <a:rPr dirty="0"/>
              <a:t>eaching, labs, </a:t>
            </a:r>
            <a:r>
              <a:rPr lang="en-US" dirty="0"/>
              <a:t>assignments, </a:t>
            </a:r>
            <a:r>
              <a:rPr dirty="0"/>
              <a:t>projects, </a:t>
            </a:r>
            <a:r>
              <a:rPr lang="en-US" dirty="0"/>
              <a:t>and a </a:t>
            </a:r>
            <a:r>
              <a:rPr dirty="0"/>
              <a:t>field visit</a:t>
            </a:r>
            <a:endParaRPr lang="en-US" dirty="0"/>
          </a:p>
          <a:p>
            <a:pPr indent="-342900">
              <a:lnSpc>
                <a:spcPct val="150000"/>
              </a:lnSpc>
              <a:defRPr sz="2400"/>
            </a:pPr>
            <a:r>
              <a:rPr lang="en-US" dirty="0"/>
              <a:t>Informed and surprised quizzes</a:t>
            </a:r>
          </a:p>
          <a:p>
            <a:pPr indent="-342900">
              <a:lnSpc>
                <a:spcPct val="150000"/>
              </a:lnSpc>
              <a:defRPr sz="2400"/>
            </a:pPr>
            <a:r>
              <a:rPr lang="en-US" dirty="0"/>
              <a:t>Mid-term exam (Theory)</a:t>
            </a:r>
          </a:p>
          <a:p>
            <a:pPr indent="-342900">
              <a:lnSpc>
                <a:spcPct val="150000"/>
              </a:lnSpc>
              <a:defRPr sz="2400"/>
            </a:pPr>
            <a:r>
              <a:rPr lang="en-US" dirty="0"/>
              <a:t>Final Exam (Theory and Lab)</a:t>
            </a:r>
          </a:p>
          <a:p>
            <a:pPr indent="-342900">
              <a:lnSpc>
                <a:spcPct val="150000"/>
              </a:lnSpc>
              <a:defRPr sz="2400"/>
            </a:pPr>
            <a:r>
              <a:rPr lang="en-US" dirty="0"/>
              <a:t>Refer to the course outline for the marks distribution.</a:t>
            </a:r>
          </a:p>
          <a:p>
            <a:pPr marL="36900" indent="0">
              <a:lnSpc>
                <a:spcPct val="150000"/>
              </a:lnSpc>
              <a:buNone/>
              <a:defRPr sz="2400"/>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EFCF9-629C-EC5B-7309-18F9D643DC72}"/>
              </a:ext>
            </a:extLst>
          </p:cNvPr>
          <p:cNvSpPr>
            <a:spLocks noGrp="1"/>
          </p:cNvSpPr>
          <p:nvPr>
            <p:ph type="title"/>
          </p:nvPr>
        </p:nvSpPr>
        <p:spPr/>
        <p:txBody>
          <a:bodyPr/>
          <a:lstStyle/>
          <a:p>
            <a:r>
              <a:rPr lang="en-US" dirty="0"/>
              <a:t>Weekly Class Schedule</a:t>
            </a:r>
            <a:endParaRPr lang="en-PK" dirty="0"/>
          </a:p>
        </p:txBody>
      </p:sp>
      <p:sp>
        <p:nvSpPr>
          <p:cNvPr id="3" name="Content Placeholder 2">
            <a:extLst>
              <a:ext uri="{FF2B5EF4-FFF2-40B4-BE49-F238E27FC236}">
                <a16:creationId xmlns:a16="http://schemas.microsoft.com/office/drawing/2014/main" id="{27450399-2CE7-28B5-FFA0-78836B613B21}"/>
              </a:ext>
            </a:extLst>
          </p:cNvPr>
          <p:cNvSpPr>
            <a:spLocks noGrp="1"/>
          </p:cNvSpPr>
          <p:nvPr>
            <p:ph idx="1"/>
          </p:nvPr>
        </p:nvSpPr>
        <p:spPr/>
        <p:txBody>
          <a:bodyPr/>
          <a:lstStyle/>
          <a:p>
            <a:r>
              <a:rPr lang="en-US" dirty="0"/>
              <a:t>Every Tuesday </a:t>
            </a:r>
          </a:p>
          <a:p>
            <a:pPr lvl="1"/>
            <a:r>
              <a:rPr lang="en-US" dirty="0"/>
              <a:t>Theory Class 09:00 AM - 11:00 AM</a:t>
            </a:r>
          </a:p>
          <a:p>
            <a:pPr lvl="1"/>
            <a:r>
              <a:rPr lang="en-US" dirty="0"/>
              <a:t>Lab 			11:00 AM -  02:00 PM</a:t>
            </a:r>
          </a:p>
          <a:p>
            <a:pPr lvl="1"/>
            <a:endParaRPr lang="en-US" dirty="0"/>
          </a:p>
          <a:p>
            <a:r>
              <a:rPr lang="en-US" b="1" dirty="0"/>
              <a:t>Office Hours: </a:t>
            </a:r>
            <a:r>
              <a:rPr lang="en-PK" dirty="0"/>
              <a:t>I do not have fixed office hours.</a:t>
            </a:r>
            <a:r>
              <a:rPr lang="en-US" dirty="0"/>
              <a:t> </a:t>
            </a:r>
            <a:r>
              <a:rPr lang="en-PK" dirty="0"/>
              <a:t>Please check my availability before visiting</a:t>
            </a:r>
            <a:r>
              <a:rPr lang="en-US" dirty="0"/>
              <a:t>. </a:t>
            </a:r>
          </a:p>
        </p:txBody>
      </p:sp>
      <p:sp>
        <p:nvSpPr>
          <p:cNvPr id="4" name="Slide Number Placeholder 3">
            <a:extLst>
              <a:ext uri="{FF2B5EF4-FFF2-40B4-BE49-F238E27FC236}">
                <a16:creationId xmlns:a16="http://schemas.microsoft.com/office/drawing/2014/main" id="{BFFD3AF6-C054-5173-1805-52F1ED064550}"/>
              </a:ext>
            </a:extLst>
          </p:cNvPr>
          <p:cNvSpPr>
            <a:spLocks noGrp="1"/>
          </p:cNvSpPr>
          <p:nvPr>
            <p:ph type="sldNum" sz="quarter" idx="12"/>
          </p:nvPr>
        </p:nvSpPr>
        <p:spPr/>
        <p:txBody>
          <a:bodyPr/>
          <a:lstStyle/>
          <a:p>
            <a:fld id="{3A98EE3D-8CD1-4C3F-BD1C-C98C9596463C}" type="slidenum">
              <a:rPr lang="en-US" smtClean="0"/>
              <a:t>4</a:t>
            </a:fld>
            <a:endParaRPr lang="en-US" dirty="0"/>
          </a:p>
        </p:txBody>
      </p:sp>
    </p:spTree>
    <p:extLst>
      <p:ext uri="{BB962C8B-B14F-4D97-AF65-F5344CB8AC3E}">
        <p14:creationId xmlns:p14="http://schemas.microsoft.com/office/powerpoint/2010/main" val="24789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6" name="Picture 5" descr="A picture containing large, sitting, white, numbers">
            <a:extLst>
              <a:ext uri="{FF2B5EF4-FFF2-40B4-BE49-F238E27FC236}">
                <a16:creationId xmlns:a16="http://schemas.microsoft.com/office/drawing/2014/main" id="{9A5D9ED1-DFCC-4799-89E2-D118451B98DF}"/>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322" y="0"/>
            <a:ext cx="12191356" cy="6858000"/>
          </a:xfrm>
          <a:prstGeom prst="rect">
            <a:avLst/>
          </a:prstGeom>
        </p:spPr>
      </p:pic>
      <p:sp useBgFill="1">
        <p:nvSpPr>
          <p:cNvPr id="96"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Nova"/>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389962" y="1673524"/>
            <a:ext cx="3485073" cy="2420504"/>
          </a:xfrm>
        </p:spPr>
        <p:txBody>
          <a:bodyPr>
            <a:normAutofit/>
          </a:bodyPr>
          <a:lstStyle/>
          <a:p>
            <a:pPr algn="l"/>
            <a:r>
              <a:rPr lang="en-US" sz="4000" dirty="0"/>
              <a:t>Introduction</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389965" y="4157933"/>
            <a:ext cx="3485072" cy="1026544"/>
          </a:xfrm>
        </p:spPr>
        <p:txBody>
          <a:bodyPr>
            <a:normAutofit/>
          </a:bodyPr>
          <a:lstStyle/>
          <a:p>
            <a:pPr algn="l"/>
            <a:r>
              <a:rPr lang="en-US" sz="2300" dirty="0">
                <a:solidFill>
                  <a:srgbClr val="5792BA"/>
                </a:solidFill>
              </a:rPr>
              <a:t>Hydroinformatics</a:t>
            </a:r>
          </a:p>
        </p:txBody>
      </p:sp>
      <p:sp>
        <p:nvSpPr>
          <p:cNvPr id="4" name="Slide Number Placeholder 3">
            <a:extLst>
              <a:ext uri="{FF2B5EF4-FFF2-40B4-BE49-F238E27FC236}">
                <a16:creationId xmlns:a16="http://schemas.microsoft.com/office/drawing/2014/main" id="{B335436D-614D-EC12-A021-4512DBF3755E}"/>
              </a:ext>
            </a:extLst>
          </p:cNvPr>
          <p:cNvSpPr>
            <a:spLocks noGrp="1"/>
          </p:cNvSpPr>
          <p:nvPr>
            <p:ph type="sldNum" sz="quarter" idx="12"/>
          </p:nvPr>
        </p:nvSpPr>
        <p:spPr/>
        <p:txBody>
          <a:bodyPr/>
          <a:lstStyle/>
          <a:p>
            <a:fld id="{3A98EE3D-8CD1-4C3F-BD1C-C98C9596463C}" type="slidenum">
              <a:rPr lang="en-US" smtClean="0"/>
              <a:pPr/>
              <a:t>5</a:t>
            </a:fld>
            <a:endParaRPr lang="en-US" dirty="0"/>
          </a:p>
        </p:txBody>
      </p:sp>
    </p:spTree>
    <p:extLst>
      <p:ext uri="{BB962C8B-B14F-4D97-AF65-F5344CB8AC3E}">
        <p14:creationId xmlns:p14="http://schemas.microsoft.com/office/powerpoint/2010/main" val="1583120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EEDDE-1C93-846A-046A-CE2ED7B22D1C}"/>
              </a:ext>
            </a:extLst>
          </p:cNvPr>
          <p:cNvSpPr>
            <a:spLocks noGrp="1"/>
          </p:cNvSpPr>
          <p:nvPr>
            <p:ph type="title"/>
          </p:nvPr>
        </p:nvSpPr>
        <p:spPr>
          <a:xfrm>
            <a:off x="55085" y="19197"/>
            <a:ext cx="12089330" cy="1257300"/>
          </a:xfrm>
          <a:solidFill>
            <a:srgbClr val="0070C0"/>
          </a:solidFill>
        </p:spPr>
        <p:txBody>
          <a:bodyPr>
            <a:normAutofit/>
          </a:bodyPr>
          <a:lstStyle/>
          <a:p>
            <a:r>
              <a:rPr lang="en-US" dirty="0">
                <a:solidFill>
                  <a:schemeClr val="bg1"/>
                </a:solidFill>
              </a:rPr>
              <a:t>HYDRO-INFORMATICS: An Applied Science</a:t>
            </a:r>
          </a:p>
        </p:txBody>
      </p:sp>
      <p:sp>
        <p:nvSpPr>
          <p:cNvPr id="3" name="Content Placeholder 2">
            <a:extLst>
              <a:ext uri="{FF2B5EF4-FFF2-40B4-BE49-F238E27FC236}">
                <a16:creationId xmlns:a16="http://schemas.microsoft.com/office/drawing/2014/main" id="{F692D219-FB0F-8E8C-0BDB-6226ED78CD91}"/>
              </a:ext>
            </a:extLst>
          </p:cNvPr>
          <p:cNvSpPr>
            <a:spLocks noGrp="1"/>
          </p:cNvSpPr>
          <p:nvPr>
            <p:ph idx="1"/>
          </p:nvPr>
        </p:nvSpPr>
        <p:spPr>
          <a:xfrm>
            <a:off x="537021" y="1337414"/>
            <a:ext cx="10353762" cy="3714749"/>
          </a:xfrm>
        </p:spPr>
        <p:txBody>
          <a:bodyPr>
            <a:normAutofit/>
          </a:bodyPr>
          <a:lstStyle/>
          <a:p>
            <a:pPr marL="0" indent="0">
              <a:spcBef>
                <a:spcPts val="0"/>
              </a:spcBef>
              <a:buNone/>
            </a:pPr>
            <a:r>
              <a:rPr lang="en-US" sz="2400" b="1" dirty="0"/>
              <a:t>Hydro</a:t>
            </a:r>
            <a:r>
              <a:rPr lang="en-US" sz="2400" dirty="0"/>
              <a:t> = Water</a:t>
            </a:r>
          </a:p>
          <a:p>
            <a:pPr marL="0" indent="0">
              <a:spcBef>
                <a:spcPts val="0"/>
              </a:spcBef>
              <a:buNone/>
            </a:pPr>
            <a:r>
              <a:rPr lang="en-US" sz="2400" b="1" dirty="0"/>
              <a:t>Informatics</a:t>
            </a:r>
            <a:r>
              <a:rPr lang="en-US" sz="2400" dirty="0"/>
              <a:t> = Study of Computational Systems</a:t>
            </a:r>
          </a:p>
          <a:p>
            <a:pPr marL="0" indent="0">
              <a:spcBef>
                <a:spcPts val="0"/>
              </a:spcBef>
              <a:buNone/>
            </a:pPr>
            <a:r>
              <a:rPr lang="en-US" sz="2400" dirty="0"/>
              <a:t>Hydroinformatics is about information management to aid in understanding and managing water in the natural and built environments.</a:t>
            </a:r>
          </a:p>
        </p:txBody>
      </p:sp>
      <p:sp>
        <p:nvSpPr>
          <p:cNvPr id="10" name="Slide Number Placeholder 9">
            <a:extLst>
              <a:ext uri="{FF2B5EF4-FFF2-40B4-BE49-F238E27FC236}">
                <a16:creationId xmlns:a16="http://schemas.microsoft.com/office/drawing/2014/main" id="{360672DD-26AC-B835-83B7-C182B29B3BD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BED495-B73C-40B6-8E51-AA81F44388BD}"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5" name="Diagram 4">
            <a:extLst>
              <a:ext uri="{FF2B5EF4-FFF2-40B4-BE49-F238E27FC236}">
                <a16:creationId xmlns:a16="http://schemas.microsoft.com/office/drawing/2014/main" id="{3CF4B8B8-9817-F823-E396-9D15DFF0F37F}"/>
              </a:ext>
            </a:extLst>
          </p:cNvPr>
          <p:cNvGraphicFramePr/>
          <p:nvPr>
            <p:extLst>
              <p:ext uri="{D42A27DB-BD31-4B8C-83A1-F6EECF244321}">
                <p14:modId xmlns:p14="http://schemas.microsoft.com/office/powerpoint/2010/main" val="680159530"/>
              </p:ext>
            </p:extLst>
          </p:nvPr>
        </p:nvGraphicFramePr>
        <p:xfrm>
          <a:off x="55085" y="2893497"/>
          <a:ext cx="12089331" cy="5509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3B1C33C0-BB5A-BEAE-36F9-C245D5FB6391}"/>
              </a:ext>
            </a:extLst>
          </p:cNvPr>
          <p:cNvSpPr txBox="1"/>
          <p:nvPr/>
        </p:nvSpPr>
        <p:spPr>
          <a:xfrm>
            <a:off x="7195617" y="3774095"/>
            <a:ext cx="1845566" cy="461665"/>
          </a:xfrm>
          <a:prstGeom prst="rect">
            <a:avLst/>
          </a:prstGeom>
          <a:ln/>
        </p:spPr>
        <p:style>
          <a:lnRef idx="1">
            <a:schemeClr val="accent4"/>
          </a:lnRef>
          <a:fillRef idx="2">
            <a:schemeClr val="accent4"/>
          </a:fillRef>
          <a:effectRef idx="1">
            <a:schemeClr val="accent4"/>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Engineering</a:t>
            </a:r>
          </a:p>
        </p:txBody>
      </p:sp>
      <p:sp>
        <p:nvSpPr>
          <p:cNvPr id="6" name="TextBox 5">
            <a:extLst>
              <a:ext uri="{FF2B5EF4-FFF2-40B4-BE49-F238E27FC236}">
                <a16:creationId xmlns:a16="http://schemas.microsoft.com/office/drawing/2014/main" id="{92A6691E-E090-F086-B092-97C2367D4105}"/>
              </a:ext>
            </a:extLst>
          </p:cNvPr>
          <p:cNvSpPr txBox="1"/>
          <p:nvPr/>
        </p:nvSpPr>
        <p:spPr>
          <a:xfrm>
            <a:off x="55085" y="3344435"/>
            <a:ext cx="2778088" cy="461665"/>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Computer Science</a:t>
            </a:r>
          </a:p>
        </p:txBody>
      </p:sp>
      <p:sp>
        <p:nvSpPr>
          <p:cNvPr id="7" name="TextBox 6">
            <a:extLst>
              <a:ext uri="{FF2B5EF4-FFF2-40B4-BE49-F238E27FC236}">
                <a16:creationId xmlns:a16="http://schemas.microsoft.com/office/drawing/2014/main" id="{6C855DC1-3F37-E8FA-990E-CFC348CE1366}"/>
              </a:ext>
            </a:extLst>
          </p:cNvPr>
          <p:cNvSpPr txBox="1"/>
          <p:nvPr/>
        </p:nvSpPr>
        <p:spPr>
          <a:xfrm>
            <a:off x="5368138" y="3388503"/>
            <a:ext cx="1845566" cy="461665"/>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Hydrology</a:t>
            </a:r>
          </a:p>
        </p:txBody>
      </p:sp>
      <p:sp>
        <p:nvSpPr>
          <p:cNvPr id="8" name="TextBox 7">
            <a:extLst>
              <a:ext uri="{FF2B5EF4-FFF2-40B4-BE49-F238E27FC236}">
                <a16:creationId xmlns:a16="http://schemas.microsoft.com/office/drawing/2014/main" id="{49B4E32C-B6A5-65A1-7B88-067693CFE01E}"/>
              </a:ext>
            </a:extLst>
          </p:cNvPr>
          <p:cNvSpPr txBox="1"/>
          <p:nvPr/>
        </p:nvSpPr>
        <p:spPr>
          <a:xfrm>
            <a:off x="1415643" y="3731110"/>
            <a:ext cx="4258035" cy="461665"/>
          </a:xfrm>
          <a:prstGeom prst="rect">
            <a:avLst/>
          </a:prstGeom>
          <a:ln/>
        </p:spPr>
        <p:style>
          <a:lnRef idx="1">
            <a:schemeClr val="accent4"/>
          </a:lnRef>
          <a:fillRef idx="2">
            <a:schemeClr val="accent4"/>
          </a:fillRef>
          <a:effectRef idx="1">
            <a:schemeClr val="accent4"/>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Geographic Information System</a:t>
            </a:r>
          </a:p>
        </p:txBody>
      </p:sp>
      <p:sp>
        <p:nvSpPr>
          <p:cNvPr id="9" name="TextBox 8">
            <a:extLst>
              <a:ext uri="{FF2B5EF4-FFF2-40B4-BE49-F238E27FC236}">
                <a16:creationId xmlns:a16="http://schemas.microsoft.com/office/drawing/2014/main" id="{39B3AD75-7303-15CC-56BD-11EB407DB2F3}"/>
              </a:ext>
            </a:extLst>
          </p:cNvPr>
          <p:cNvSpPr txBox="1"/>
          <p:nvPr/>
        </p:nvSpPr>
        <p:spPr>
          <a:xfrm>
            <a:off x="8868578" y="3388503"/>
            <a:ext cx="3182039" cy="457200"/>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High End Computing</a:t>
            </a:r>
          </a:p>
        </p:txBody>
      </p:sp>
    </p:spTree>
    <p:extLst>
      <p:ext uri="{BB962C8B-B14F-4D97-AF65-F5344CB8AC3E}">
        <p14:creationId xmlns:p14="http://schemas.microsoft.com/office/powerpoint/2010/main" val="3768135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1000"/>
                                        <p:tgtEl>
                                          <p:spTgt spid="4"/>
                                        </p:tgtEl>
                                      </p:cBhvr>
                                    </p:animEffect>
                                    <p:anim calcmode="lin" valueType="num">
                                      <p:cBhvr>
                                        <p:cTn id="38" dur="1000" fill="hold"/>
                                        <p:tgtEl>
                                          <p:spTgt spid="4"/>
                                        </p:tgtEl>
                                        <p:attrNameLst>
                                          <p:attrName>ppt_x</p:attrName>
                                        </p:attrNameLst>
                                      </p:cBhvr>
                                      <p:tavLst>
                                        <p:tav tm="0">
                                          <p:val>
                                            <p:strVal val="#ppt_x"/>
                                          </p:val>
                                        </p:tav>
                                        <p:tav tm="100000">
                                          <p:val>
                                            <p:strVal val="#ppt_x"/>
                                          </p:val>
                                        </p:tav>
                                      </p:tavLst>
                                    </p:anim>
                                    <p:anim calcmode="lin" valueType="num">
                                      <p:cBhvr>
                                        <p:cTn id="39" dur="1000" fill="hold"/>
                                        <p:tgtEl>
                                          <p:spTgt spid="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p:cTn id="49" dur="500" fill="hold"/>
                                        <p:tgtEl>
                                          <p:spTgt spid="5"/>
                                        </p:tgtEl>
                                        <p:attrNameLst>
                                          <p:attrName>ppt_w</p:attrName>
                                        </p:attrNameLst>
                                      </p:cBhvr>
                                      <p:tavLst>
                                        <p:tav tm="0">
                                          <p:val>
                                            <p:fltVal val="0"/>
                                          </p:val>
                                        </p:tav>
                                        <p:tav tm="100000">
                                          <p:val>
                                            <p:strVal val="#ppt_w"/>
                                          </p:val>
                                        </p:tav>
                                      </p:tavLst>
                                    </p:anim>
                                    <p:anim calcmode="lin" valueType="num">
                                      <p:cBhvr>
                                        <p:cTn id="50" dur="500" fill="hold"/>
                                        <p:tgtEl>
                                          <p:spTgt spid="5"/>
                                        </p:tgtEl>
                                        <p:attrNameLst>
                                          <p:attrName>ppt_h</p:attrName>
                                        </p:attrNameLst>
                                      </p:cBhvr>
                                      <p:tavLst>
                                        <p:tav tm="0">
                                          <p:val>
                                            <p:fltVal val="0"/>
                                          </p:val>
                                        </p:tav>
                                        <p:tav tm="100000">
                                          <p:val>
                                            <p:strVal val="#ppt_h"/>
                                          </p:val>
                                        </p:tav>
                                      </p:tavLst>
                                    </p:anim>
                                    <p:animEffect transition="in" filter="fade">
                                      <p:cBhvr>
                                        <p:cTn id="5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Graphic spid="5" grpId="0">
        <p:bldAsOne/>
      </p:bldGraphic>
      <p:bldP spid="4" grpId="0" animBg="1"/>
      <p:bldP spid="6" grpId="0" animBg="1"/>
      <p:bldP spid="7" grpId="0" animBg="1"/>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8BA0A-89DE-9872-0EDF-C91A1F20B2E6}"/>
              </a:ext>
            </a:extLst>
          </p:cNvPr>
          <p:cNvSpPr>
            <a:spLocks noGrp="1"/>
          </p:cNvSpPr>
          <p:nvPr>
            <p:ph type="title"/>
          </p:nvPr>
        </p:nvSpPr>
        <p:spPr>
          <a:xfrm>
            <a:off x="335893" y="979770"/>
            <a:ext cx="10353762" cy="824412"/>
          </a:xfrm>
        </p:spPr>
        <p:txBody>
          <a:bodyPr/>
          <a:lstStyle/>
          <a:p>
            <a:r>
              <a:rPr lang="en-US" dirty="0"/>
              <a:t>DEFINITION</a:t>
            </a:r>
          </a:p>
        </p:txBody>
      </p:sp>
      <p:sp>
        <p:nvSpPr>
          <p:cNvPr id="3" name="Content Placeholder 2">
            <a:extLst>
              <a:ext uri="{FF2B5EF4-FFF2-40B4-BE49-F238E27FC236}">
                <a16:creationId xmlns:a16="http://schemas.microsoft.com/office/drawing/2014/main" id="{15FB75FA-5AEB-B2AC-3946-8EB3C7E1CF66}"/>
              </a:ext>
            </a:extLst>
          </p:cNvPr>
          <p:cNvSpPr>
            <a:spLocks noGrp="1"/>
          </p:cNvSpPr>
          <p:nvPr>
            <p:ph idx="1"/>
          </p:nvPr>
        </p:nvSpPr>
        <p:spPr>
          <a:xfrm>
            <a:off x="788535" y="1625513"/>
            <a:ext cx="10353762" cy="4931862"/>
          </a:xfrm>
        </p:spPr>
        <p:txBody>
          <a:bodyPr>
            <a:noAutofit/>
          </a:bodyPr>
          <a:lstStyle/>
          <a:p>
            <a:pPr>
              <a:spcBef>
                <a:spcPts val="600"/>
              </a:spcBef>
              <a:spcAft>
                <a:spcPts val="600"/>
              </a:spcAft>
            </a:pPr>
            <a:endParaRPr lang="en-US" sz="3200" b="1" dirty="0">
              <a:solidFill>
                <a:schemeClr val="tx1"/>
              </a:solidFill>
            </a:endParaRPr>
          </a:p>
          <a:p>
            <a:pPr>
              <a:spcBef>
                <a:spcPts val="600"/>
              </a:spcBef>
              <a:spcAft>
                <a:spcPts val="600"/>
              </a:spcAft>
            </a:pPr>
            <a:r>
              <a:rPr lang="en-US" sz="3200" dirty="0">
                <a:solidFill>
                  <a:schemeClr val="tx1"/>
                </a:solidFill>
              </a:rPr>
              <a:t>Hydroinformatics encompasses the effective use of data for the characterization of the water cycle through natural and built environments. </a:t>
            </a:r>
          </a:p>
          <a:p>
            <a:pPr>
              <a:spcBef>
                <a:spcPts val="600"/>
              </a:spcBef>
              <a:spcAft>
                <a:spcPts val="600"/>
              </a:spcAft>
            </a:pPr>
            <a:r>
              <a:rPr lang="en-US" sz="3200" dirty="0">
                <a:solidFill>
                  <a:schemeClr val="tx1"/>
                </a:solidFill>
              </a:rPr>
              <a:t>It involves development of theories, methodologies, algorithms and tools, methods for testing the concepts, analysis and verifications, and knowledge representation and communication.</a:t>
            </a:r>
          </a:p>
          <a:p>
            <a:pPr>
              <a:spcBef>
                <a:spcPts val="600"/>
              </a:spcBef>
              <a:spcAft>
                <a:spcPts val="600"/>
              </a:spcAft>
            </a:pPr>
            <a:endParaRPr lang="en-US" sz="3200" dirty="0">
              <a:solidFill>
                <a:schemeClr val="tx1"/>
              </a:solidFill>
            </a:endParaRPr>
          </a:p>
        </p:txBody>
      </p:sp>
      <p:sp>
        <p:nvSpPr>
          <p:cNvPr id="4" name="Slide Number Placeholder 3">
            <a:extLst>
              <a:ext uri="{FF2B5EF4-FFF2-40B4-BE49-F238E27FC236}">
                <a16:creationId xmlns:a16="http://schemas.microsoft.com/office/drawing/2014/main" id="{28991549-253C-FC97-9803-28E1E5D0482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BED495-B73C-40B6-8E51-AA81F44388BD}"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48860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DA8728-A28D-10FB-B187-A91A2E7078C5}"/>
              </a:ext>
            </a:extLst>
          </p:cNvPr>
          <p:cNvSpPr>
            <a:spLocks noGrp="1"/>
          </p:cNvSpPr>
          <p:nvPr>
            <p:ph idx="1"/>
          </p:nvPr>
        </p:nvSpPr>
        <p:spPr>
          <a:xfrm>
            <a:off x="629107" y="2076450"/>
            <a:ext cx="5939943" cy="3714749"/>
          </a:xfrm>
        </p:spPr>
        <p:txBody>
          <a:bodyPr/>
          <a:lstStyle/>
          <a:p>
            <a:pPr marL="36900" indent="0">
              <a:lnSpc>
                <a:spcPct val="150000"/>
              </a:lnSpc>
              <a:buNone/>
            </a:pPr>
            <a:r>
              <a:rPr lang="en-US" dirty="0"/>
              <a:t>Hydroinformatics combines hydrology, data science, and computing to support integrated water resources management (IWRM).</a:t>
            </a:r>
          </a:p>
        </p:txBody>
      </p:sp>
      <p:sp>
        <p:nvSpPr>
          <p:cNvPr id="5" name="TextBox 4">
            <a:extLst>
              <a:ext uri="{FF2B5EF4-FFF2-40B4-BE49-F238E27FC236}">
                <a16:creationId xmlns:a16="http://schemas.microsoft.com/office/drawing/2014/main" id="{85B3678D-C380-6391-B231-6057E428E6F1}"/>
              </a:ext>
            </a:extLst>
          </p:cNvPr>
          <p:cNvSpPr txBox="1"/>
          <p:nvPr/>
        </p:nvSpPr>
        <p:spPr>
          <a:xfrm>
            <a:off x="8018939" y="220668"/>
            <a:ext cx="3915465" cy="6278642"/>
          </a:xfrm>
          <a:prstGeom prst="rect">
            <a:avLst/>
          </a:prstGeom>
          <a:solidFill>
            <a:schemeClr val="accent3">
              <a:lumMod val="60000"/>
              <a:lumOff val="40000"/>
            </a:schemeClr>
          </a:solidFill>
        </p:spPr>
        <p:txBody>
          <a:bodyPr wrap="square">
            <a:spAutoFit/>
          </a:bodyPr>
          <a:lstStyle/>
          <a:p>
            <a:endParaRPr lang="en-US" sz="1400" dirty="0"/>
          </a:p>
          <a:p>
            <a:r>
              <a:rPr lang="en-PK" sz="1400" dirty="0"/>
              <a:t>🌍 </a:t>
            </a:r>
            <a:r>
              <a:rPr lang="en-US" sz="1400" b="1" dirty="0">
                <a:solidFill>
                  <a:schemeClr val="accent3">
                    <a:lumMod val="50000"/>
                  </a:schemeClr>
                </a:solidFill>
              </a:rPr>
              <a:t>WATER SYSTEM: </a:t>
            </a:r>
          </a:p>
          <a:p>
            <a:r>
              <a:rPr lang="en-PK" sz="1400" dirty="0"/>
              <a:t>Rivers • Lakes • Groundwater • Watersheds</a:t>
            </a:r>
            <a:endParaRPr lang="en-US" sz="1400" dirty="0"/>
          </a:p>
          <a:p>
            <a:r>
              <a:rPr lang="en-US" sz="1400" dirty="0"/>
              <a:t>       │</a:t>
            </a:r>
          </a:p>
          <a:p>
            <a:r>
              <a:rPr lang="en-US" sz="1400" dirty="0"/>
              <a:t>       ▼</a:t>
            </a:r>
          </a:p>
          <a:p>
            <a:r>
              <a:rPr lang="en-PK" sz="1400" dirty="0"/>
              <a:t>📡 </a:t>
            </a:r>
            <a:r>
              <a:rPr lang="en-US" sz="1400" b="1" dirty="0">
                <a:solidFill>
                  <a:schemeClr val="accent3">
                    <a:lumMod val="50000"/>
                  </a:schemeClr>
                </a:solidFill>
              </a:rPr>
              <a:t>OBSERVE: </a:t>
            </a:r>
          </a:p>
          <a:p>
            <a:r>
              <a:rPr lang="en-US" sz="1400" dirty="0"/>
              <a:t>Monitor &amp; Collect Data </a:t>
            </a:r>
          </a:p>
          <a:p>
            <a:r>
              <a:rPr lang="en-US" sz="1200" dirty="0">
                <a:solidFill>
                  <a:schemeClr val="accent6">
                    <a:lumMod val="75000"/>
                  </a:schemeClr>
                </a:solidFill>
              </a:rPr>
              <a:t>(</a:t>
            </a:r>
            <a:r>
              <a:rPr lang="en-PK" sz="1200" dirty="0">
                <a:solidFill>
                  <a:schemeClr val="accent6">
                    <a:lumMod val="75000"/>
                  </a:schemeClr>
                </a:solidFill>
              </a:rPr>
              <a:t>Sensors • Gauges • RS • GIS)</a:t>
            </a:r>
            <a:endParaRPr lang="en-US" sz="1200" dirty="0">
              <a:solidFill>
                <a:schemeClr val="accent6">
                  <a:lumMod val="75000"/>
                </a:schemeClr>
              </a:solidFill>
            </a:endParaRPr>
          </a:p>
          <a:p>
            <a:r>
              <a:rPr lang="en-US" sz="1400" dirty="0"/>
              <a:t>       │</a:t>
            </a:r>
          </a:p>
          <a:p>
            <a:r>
              <a:rPr lang="en-US" sz="1400" dirty="0"/>
              <a:t>       ▼</a:t>
            </a:r>
          </a:p>
          <a:p>
            <a:r>
              <a:rPr lang="en-PK" sz="1400" dirty="0"/>
              <a:t>💾 </a:t>
            </a:r>
            <a:r>
              <a:rPr lang="en-US" sz="1400" b="1" dirty="0">
                <a:solidFill>
                  <a:schemeClr val="accent3">
                    <a:lumMod val="50000"/>
                  </a:schemeClr>
                </a:solidFill>
              </a:rPr>
              <a:t>STORE:</a:t>
            </a:r>
            <a:r>
              <a:rPr lang="en-US" sz="1400" dirty="0"/>
              <a:t> </a:t>
            </a:r>
          </a:p>
          <a:p>
            <a:r>
              <a:rPr lang="en-US" sz="1400" dirty="0"/>
              <a:t>Manage and Integrate Data. </a:t>
            </a:r>
          </a:p>
          <a:p>
            <a:r>
              <a:rPr lang="en-US" sz="1200" dirty="0">
                <a:solidFill>
                  <a:schemeClr val="accent6">
                    <a:lumMod val="75000"/>
                  </a:schemeClr>
                </a:solidFill>
              </a:rPr>
              <a:t>(</a:t>
            </a:r>
            <a:r>
              <a:rPr lang="en-PK" sz="1200" dirty="0">
                <a:solidFill>
                  <a:schemeClr val="accent6">
                    <a:lumMod val="75000"/>
                  </a:schemeClr>
                </a:solidFill>
              </a:rPr>
              <a:t>Databases • Cloud • QA/QC)</a:t>
            </a:r>
            <a:endParaRPr lang="en-US" sz="1200" dirty="0">
              <a:solidFill>
                <a:schemeClr val="accent6">
                  <a:lumMod val="75000"/>
                </a:schemeClr>
              </a:solidFill>
            </a:endParaRPr>
          </a:p>
          <a:p>
            <a:r>
              <a:rPr lang="en-US" sz="1400" dirty="0"/>
              <a:t>       │</a:t>
            </a:r>
          </a:p>
          <a:p>
            <a:r>
              <a:rPr lang="en-US" sz="1400" dirty="0"/>
              <a:t>       ▼</a:t>
            </a:r>
          </a:p>
          <a:p>
            <a:r>
              <a:rPr lang="en-PK" sz="1400" dirty="0"/>
              <a:t>📊 </a:t>
            </a:r>
            <a:r>
              <a:rPr lang="en-US" sz="1400" b="1" dirty="0">
                <a:solidFill>
                  <a:schemeClr val="accent3">
                    <a:lumMod val="50000"/>
                  </a:schemeClr>
                </a:solidFill>
              </a:rPr>
              <a:t>ANALYZE &amp; MODEL</a:t>
            </a:r>
            <a:r>
              <a:rPr lang="en-US" sz="1400" dirty="0"/>
              <a:t>: </a:t>
            </a:r>
          </a:p>
          <a:p>
            <a:r>
              <a:rPr lang="en-US" sz="1400" dirty="0"/>
              <a:t>Statistics • GIS • AI • Simulation</a:t>
            </a:r>
          </a:p>
          <a:p>
            <a:r>
              <a:rPr lang="en-US" sz="1400" dirty="0"/>
              <a:t>       │</a:t>
            </a:r>
          </a:p>
          <a:p>
            <a:r>
              <a:rPr lang="en-US" sz="1400" dirty="0"/>
              <a:t>       ▼</a:t>
            </a:r>
          </a:p>
          <a:p>
            <a:r>
              <a:rPr lang="en-PK" sz="1400" dirty="0"/>
              <a:t>🎯 </a:t>
            </a:r>
            <a:r>
              <a:rPr lang="en-US" sz="1400" b="1" dirty="0">
                <a:solidFill>
                  <a:schemeClr val="accent3">
                    <a:lumMod val="50000"/>
                  </a:schemeClr>
                </a:solidFill>
              </a:rPr>
              <a:t>DECIDE: </a:t>
            </a:r>
          </a:p>
          <a:p>
            <a:r>
              <a:rPr lang="en-US" sz="1400" dirty="0"/>
              <a:t>Decision Support. </a:t>
            </a:r>
          </a:p>
          <a:p>
            <a:r>
              <a:rPr lang="en-US" sz="1200" dirty="0">
                <a:solidFill>
                  <a:schemeClr val="accent6">
                    <a:lumMod val="75000"/>
                  </a:schemeClr>
                </a:solidFill>
              </a:rPr>
              <a:t>(</a:t>
            </a:r>
            <a:r>
              <a:rPr lang="en-PK" sz="1200" dirty="0">
                <a:solidFill>
                  <a:schemeClr val="accent6">
                    <a:lumMod val="75000"/>
                  </a:schemeClr>
                </a:solidFill>
              </a:rPr>
              <a:t>Risk Assessment • Planning)</a:t>
            </a:r>
            <a:endParaRPr lang="en-US" sz="1200" dirty="0">
              <a:solidFill>
                <a:schemeClr val="accent6">
                  <a:lumMod val="75000"/>
                </a:schemeClr>
              </a:solidFill>
            </a:endParaRPr>
          </a:p>
          <a:p>
            <a:r>
              <a:rPr lang="en-US" sz="1400" dirty="0"/>
              <a:t>       │</a:t>
            </a:r>
          </a:p>
          <a:p>
            <a:r>
              <a:rPr lang="en-US" sz="1400" dirty="0"/>
              <a:t>       ▼</a:t>
            </a:r>
          </a:p>
          <a:p>
            <a:r>
              <a:rPr lang="en-PK" sz="1400" dirty="0"/>
              <a:t>🌱 </a:t>
            </a:r>
            <a:r>
              <a:rPr lang="en-US" sz="1400" b="1" dirty="0">
                <a:solidFill>
                  <a:schemeClr val="accent3">
                    <a:lumMod val="50000"/>
                  </a:schemeClr>
                </a:solidFill>
              </a:rPr>
              <a:t>MANAGE:</a:t>
            </a:r>
            <a:r>
              <a:rPr lang="en-US" sz="1400" dirty="0"/>
              <a:t> </a:t>
            </a:r>
          </a:p>
          <a:p>
            <a:r>
              <a:rPr lang="en-US" sz="1400" dirty="0"/>
              <a:t>Sustainable Water Resources. </a:t>
            </a:r>
          </a:p>
          <a:p>
            <a:pPr>
              <a:spcAft>
                <a:spcPts val="1200"/>
              </a:spcAft>
            </a:pPr>
            <a:r>
              <a:rPr lang="en-US" sz="1200" dirty="0">
                <a:solidFill>
                  <a:schemeClr val="accent6">
                    <a:lumMod val="75000"/>
                  </a:schemeClr>
                </a:solidFill>
              </a:rPr>
              <a:t>(</a:t>
            </a:r>
            <a:r>
              <a:rPr lang="en-PK" sz="1200" dirty="0">
                <a:solidFill>
                  <a:schemeClr val="accent6">
                    <a:lumMod val="75000"/>
                  </a:schemeClr>
                </a:solidFill>
              </a:rPr>
              <a:t>IWRM • Policy • Operations</a:t>
            </a:r>
            <a:r>
              <a:rPr lang="en-US" sz="1200" dirty="0">
                <a:solidFill>
                  <a:schemeClr val="accent6">
                    <a:lumMod val="75000"/>
                  </a:schemeClr>
                </a:solidFill>
              </a:rPr>
              <a:t>)</a:t>
            </a:r>
          </a:p>
          <a:p>
            <a:pPr>
              <a:spcAft>
                <a:spcPts val="1200"/>
              </a:spcAft>
            </a:pPr>
            <a:endParaRPr lang="en-PK" sz="1400" dirty="0"/>
          </a:p>
        </p:txBody>
      </p:sp>
      <p:sp>
        <p:nvSpPr>
          <p:cNvPr id="6" name="Slide Number Placeholder 5">
            <a:extLst>
              <a:ext uri="{FF2B5EF4-FFF2-40B4-BE49-F238E27FC236}">
                <a16:creationId xmlns:a16="http://schemas.microsoft.com/office/drawing/2014/main" id="{FCFA84D1-BFE6-40C1-613A-DF8910246604}"/>
              </a:ext>
            </a:extLst>
          </p:cNvPr>
          <p:cNvSpPr>
            <a:spLocks noGrp="1"/>
          </p:cNvSpPr>
          <p:nvPr>
            <p:ph type="sldNum" sz="quarter" idx="12"/>
          </p:nvPr>
        </p:nvSpPr>
        <p:spPr/>
        <p:txBody>
          <a:bodyPr/>
          <a:lstStyle/>
          <a:p>
            <a:fld id="{3A98EE3D-8CD1-4C3F-BD1C-C98C9596463C}" type="slidenum">
              <a:rPr lang="en-US" smtClean="0"/>
              <a:t>8</a:t>
            </a:fld>
            <a:endParaRPr lang="en-US" dirty="0"/>
          </a:p>
        </p:txBody>
      </p:sp>
      <p:sp>
        <p:nvSpPr>
          <p:cNvPr id="8" name="TextBox 7">
            <a:extLst>
              <a:ext uri="{FF2B5EF4-FFF2-40B4-BE49-F238E27FC236}">
                <a16:creationId xmlns:a16="http://schemas.microsoft.com/office/drawing/2014/main" id="{155B027F-4F78-A764-EB94-9FAD17794F8D}"/>
              </a:ext>
            </a:extLst>
          </p:cNvPr>
          <p:cNvSpPr txBox="1"/>
          <p:nvPr/>
        </p:nvSpPr>
        <p:spPr>
          <a:xfrm>
            <a:off x="257596" y="768690"/>
            <a:ext cx="7677510" cy="830997"/>
          </a:xfrm>
          <a:prstGeom prst="rect">
            <a:avLst/>
          </a:prstGeom>
          <a:solidFill>
            <a:schemeClr val="accent4">
              <a:lumMod val="50000"/>
            </a:schemeClr>
          </a:solidFill>
        </p:spPr>
        <p:txBody>
          <a:bodyPr wrap="square">
            <a:spAutoFit/>
          </a:bodyPr>
          <a:lstStyle/>
          <a:p>
            <a:r>
              <a:rPr lang="en-US" sz="2400" dirty="0">
                <a:solidFill>
                  <a:schemeClr val="bg1"/>
                </a:solidFill>
              </a:rPr>
              <a:t>Why is Hydroinformatics considered an interdisciplinary field?</a:t>
            </a:r>
            <a:endParaRPr lang="en-PK" sz="2400" dirty="0">
              <a:solidFill>
                <a:schemeClr val="bg1"/>
              </a:solidFill>
            </a:endParaRPr>
          </a:p>
        </p:txBody>
      </p:sp>
    </p:spTree>
    <p:extLst>
      <p:ext uri="{BB962C8B-B14F-4D97-AF65-F5344CB8AC3E}">
        <p14:creationId xmlns:p14="http://schemas.microsoft.com/office/powerpoint/2010/main" val="3305681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E5F14-1C3A-C18E-36B6-BB7076AE1340}"/>
              </a:ext>
            </a:extLst>
          </p:cNvPr>
          <p:cNvSpPr>
            <a:spLocks noGrp="1"/>
          </p:cNvSpPr>
          <p:nvPr>
            <p:ph type="title"/>
          </p:nvPr>
        </p:nvSpPr>
        <p:spPr/>
        <p:txBody>
          <a:bodyPr/>
          <a:lstStyle/>
          <a:p>
            <a:r>
              <a:rPr lang="en-PK" sz="40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Core Components</a:t>
            </a:r>
          </a:p>
        </p:txBody>
      </p:sp>
      <p:sp>
        <p:nvSpPr>
          <p:cNvPr id="3" name="Content Placeholder 2">
            <a:extLst>
              <a:ext uri="{FF2B5EF4-FFF2-40B4-BE49-F238E27FC236}">
                <a16:creationId xmlns:a16="http://schemas.microsoft.com/office/drawing/2014/main" id="{62EB4AA5-06B8-31B4-B46E-B4602DB65750}"/>
              </a:ext>
            </a:extLst>
          </p:cNvPr>
          <p:cNvSpPr>
            <a:spLocks noGrp="1"/>
          </p:cNvSpPr>
          <p:nvPr>
            <p:ph idx="1"/>
          </p:nvPr>
        </p:nvSpPr>
        <p:spPr/>
        <p:txBody>
          <a:bodyPr>
            <a:normAutofit/>
          </a:bodyPr>
          <a:lstStyle/>
          <a:p>
            <a:pPr>
              <a:lnSpc>
                <a:spcPct val="150000"/>
              </a:lnSpc>
              <a:buNone/>
            </a:pPr>
            <a:r>
              <a:rPr lang="en-US" dirty="0"/>
              <a:t>	</a:t>
            </a:r>
            <a:r>
              <a:rPr lang="en-PK" dirty="0"/>
              <a:t>💧 Hydrology &amp; Hydraulics</a:t>
            </a:r>
            <a:br>
              <a:rPr lang="en-PK" dirty="0"/>
            </a:br>
            <a:r>
              <a:rPr lang="en-PK" dirty="0"/>
              <a:t>🛰️ Remote Sensing &amp; GIS</a:t>
            </a:r>
            <a:br>
              <a:rPr lang="en-PK" dirty="0"/>
            </a:br>
            <a:r>
              <a:rPr lang="en-PK" dirty="0"/>
              <a:t>📊 Data Science</a:t>
            </a:r>
            <a:r>
              <a:rPr lang="en-US" dirty="0"/>
              <a:t>, Statistics, </a:t>
            </a:r>
            <a:r>
              <a:rPr lang="en-PK" dirty="0"/>
              <a:t>&amp; Artificial Intelligence</a:t>
            </a:r>
            <a:br>
              <a:rPr lang="en-PK" dirty="0"/>
            </a:br>
            <a:r>
              <a:rPr lang="en-PK" dirty="0"/>
              <a:t>🖥️ Numerical &amp; Hydraulic </a:t>
            </a:r>
            <a:r>
              <a:rPr lang="en-PK" dirty="0" err="1"/>
              <a:t>Modeling</a:t>
            </a:r>
            <a:br>
              <a:rPr lang="en-PK" dirty="0"/>
            </a:br>
            <a:r>
              <a:rPr lang="en-PK" dirty="0"/>
              <a:t>🌐 IoT, Sensors &amp; Real-time Monitoring</a:t>
            </a:r>
            <a:br>
              <a:rPr lang="en-PK" dirty="0"/>
            </a:br>
            <a:r>
              <a:rPr lang="en-PK" dirty="0"/>
              <a:t>☁️ Cloud Computing &amp; Decision Support Systems</a:t>
            </a:r>
          </a:p>
          <a:p>
            <a:endParaRPr lang="en-PK" dirty="0"/>
          </a:p>
        </p:txBody>
      </p:sp>
      <p:sp>
        <p:nvSpPr>
          <p:cNvPr id="4" name="Slide Number Placeholder 3">
            <a:extLst>
              <a:ext uri="{FF2B5EF4-FFF2-40B4-BE49-F238E27FC236}">
                <a16:creationId xmlns:a16="http://schemas.microsoft.com/office/drawing/2014/main" id="{14E9469E-190F-E696-5FE7-FF59F86863CC}"/>
              </a:ext>
            </a:extLst>
          </p:cNvPr>
          <p:cNvSpPr>
            <a:spLocks noGrp="1"/>
          </p:cNvSpPr>
          <p:nvPr>
            <p:ph type="sldNum" sz="quarter" idx="12"/>
          </p:nvPr>
        </p:nvSpPr>
        <p:spPr/>
        <p:txBody>
          <a:bodyPr/>
          <a:lstStyle/>
          <a:p>
            <a:fld id="{68CAD9A9-ECDE-499A-AB88-9B2C4821F3EA}" type="slidenum">
              <a:rPr lang="en-PK" smtClean="0"/>
              <a:t>9</a:t>
            </a:fld>
            <a:endParaRPr lang="en-PK"/>
          </a:p>
        </p:txBody>
      </p:sp>
    </p:spTree>
    <p:extLst>
      <p:ext uri="{BB962C8B-B14F-4D97-AF65-F5344CB8AC3E}">
        <p14:creationId xmlns:p14="http://schemas.microsoft.com/office/powerpoint/2010/main" val="226841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3B4E32-8277-B58B-42F7-5050A92A34EE}"/>
              </a:ext>
            </a:extLst>
          </p:cNvPr>
          <p:cNvSpPr>
            <a:spLocks noGrp="1"/>
          </p:cNvSpPr>
          <p:nvPr>
            <p:ph type="title"/>
          </p:nvPr>
        </p:nvSpPr>
        <p:spPr/>
        <p:txBody>
          <a:bodyPr/>
          <a:lstStyle/>
          <a:p>
            <a:pPr algn="l"/>
            <a:r>
              <a:rPr lang="en-US" dirty="0"/>
              <a:t>Why Hydroinformatics?</a:t>
            </a:r>
            <a:endParaRPr lang="en-PK" dirty="0"/>
          </a:p>
        </p:txBody>
      </p:sp>
      <p:sp>
        <p:nvSpPr>
          <p:cNvPr id="5" name="Content Placeholder 4">
            <a:extLst>
              <a:ext uri="{FF2B5EF4-FFF2-40B4-BE49-F238E27FC236}">
                <a16:creationId xmlns:a16="http://schemas.microsoft.com/office/drawing/2014/main" id="{179B6CA0-DED7-5F8D-2E91-80C3F496D474}"/>
              </a:ext>
            </a:extLst>
          </p:cNvPr>
          <p:cNvSpPr>
            <a:spLocks noGrp="1"/>
          </p:cNvSpPr>
          <p:nvPr>
            <p:ph idx="1"/>
          </p:nvPr>
        </p:nvSpPr>
        <p:spPr/>
        <p:txBody>
          <a:bodyPr/>
          <a:lstStyle/>
          <a:p>
            <a:r>
              <a:rPr lang="en-PK" dirty="0"/>
              <a:t>Integrates diverse water-related data</a:t>
            </a:r>
            <a:r>
              <a:rPr lang="en-US" dirty="0"/>
              <a:t>.</a:t>
            </a:r>
            <a:r>
              <a:rPr lang="en-PK" dirty="0"/>
              <a:t> </a:t>
            </a:r>
            <a:endParaRPr lang="en-US" dirty="0"/>
          </a:p>
          <a:p>
            <a:r>
              <a:rPr lang="en-PK" dirty="0"/>
              <a:t>Supports evidence-based decision making</a:t>
            </a:r>
            <a:r>
              <a:rPr lang="en-US" dirty="0"/>
              <a:t>.</a:t>
            </a:r>
            <a:r>
              <a:rPr lang="en-PK" dirty="0"/>
              <a:t> </a:t>
            </a:r>
            <a:endParaRPr lang="en-US" dirty="0"/>
          </a:p>
          <a:p>
            <a:r>
              <a:rPr lang="en-PK" dirty="0"/>
              <a:t>Improves monitoring, forecasting, and early warning </a:t>
            </a:r>
            <a:endParaRPr lang="en-US" dirty="0"/>
          </a:p>
          <a:p>
            <a:r>
              <a:rPr lang="en-PK" dirty="0"/>
              <a:t>Enables sustainable water resources management </a:t>
            </a:r>
            <a:endParaRPr lang="en-US" dirty="0"/>
          </a:p>
          <a:p>
            <a:r>
              <a:rPr lang="en-PK" dirty="0"/>
              <a:t>Helps address climate change and water security challenges</a:t>
            </a:r>
          </a:p>
        </p:txBody>
      </p:sp>
      <p:sp>
        <p:nvSpPr>
          <p:cNvPr id="6" name="Slide Number Placeholder 5">
            <a:extLst>
              <a:ext uri="{FF2B5EF4-FFF2-40B4-BE49-F238E27FC236}">
                <a16:creationId xmlns:a16="http://schemas.microsoft.com/office/drawing/2014/main" id="{BF143485-5506-194E-7F61-9DA44CCF4E25}"/>
              </a:ext>
            </a:extLst>
          </p:cNvPr>
          <p:cNvSpPr>
            <a:spLocks noGrp="1"/>
          </p:cNvSpPr>
          <p:nvPr>
            <p:ph type="sldNum" sz="quarter" idx="12"/>
          </p:nvPr>
        </p:nvSpPr>
        <p:spPr/>
        <p:txBody>
          <a:bodyPr/>
          <a:lstStyle/>
          <a:p>
            <a:fld id="{3A98EE3D-8CD1-4C3F-BD1C-C98C9596463C}" type="slidenum">
              <a:rPr lang="en-US" smtClean="0"/>
              <a:t>10</a:t>
            </a:fld>
            <a:endParaRPr lang="en-US" dirty="0"/>
          </a:p>
        </p:txBody>
      </p:sp>
    </p:spTree>
    <p:extLst>
      <p:ext uri="{BB962C8B-B14F-4D97-AF65-F5344CB8AC3E}">
        <p14:creationId xmlns:p14="http://schemas.microsoft.com/office/powerpoint/2010/main" val="186558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Green and dry land">
            <a:extLst>
              <a:ext uri="{FF2B5EF4-FFF2-40B4-BE49-F238E27FC236}">
                <a16:creationId xmlns:a16="http://schemas.microsoft.com/office/drawing/2014/main" id="{E4646CE6-11F7-6DA3-8985-8D0341256958}"/>
              </a:ext>
            </a:extLst>
          </p:cNvPr>
          <p:cNvPicPr>
            <a:picLocks noChangeAspect="1"/>
          </p:cNvPicPr>
          <p:nvPr/>
        </p:nvPicPr>
        <p:blipFill>
          <a:blip r:embed="rId4"/>
          <a:srcRect l="24716" r="32172" b="-1"/>
          <a:stretch>
            <a:fillRect/>
          </a:stretch>
        </p:blipFill>
        <p:spPr>
          <a:xfrm>
            <a:off x="-8622" y="10"/>
            <a:ext cx="6096000" cy="6857990"/>
          </a:xfrm>
          <a:prstGeom prst="rect">
            <a:avLst/>
          </a:prstGeom>
        </p:spPr>
      </p:pic>
      <p:pic>
        <p:nvPicPr>
          <p:cNvPr id="13" name="Picture 12">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964" r="2807" b="1446"/>
          <a:stretch/>
        </p:blipFill>
        <p:spPr>
          <a:xfrm>
            <a:off x="6257026" y="1"/>
            <a:ext cx="5934973" cy="6858000"/>
          </a:xfrm>
          <a:prstGeom prst="rect">
            <a:avLst/>
          </a:prstGeom>
        </p:spPr>
      </p:pic>
      <p:sp>
        <p:nvSpPr>
          <p:cNvPr id="4" name="Title 3">
            <a:extLst>
              <a:ext uri="{FF2B5EF4-FFF2-40B4-BE49-F238E27FC236}">
                <a16:creationId xmlns:a16="http://schemas.microsoft.com/office/drawing/2014/main" id="{EE729EE0-DD14-8474-13E7-0F54685F3FDA}"/>
              </a:ext>
            </a:extLst>
          </p:cNvPr>
          <p:cNvSpPr>
            <a:spLocks noGrp="1"/>
          </p:cNvSpPr>
          <p:nvPr>
            <p:ph type="title"/>
          </p:nvPr>
        </p:nvSpPr>
        <p:spPr>
          <a:xfrm>
            <a:off x="6900493" y="609600"/>
            <a:ext cx="4538124" cy="970450"/>
          </a:xfrm>
        </p:spPr>
        <p:txBody>
          <a:bodyPr anchor="b">
            <a:normAutofit/>
          </a:bodyPr>
          <a:lstStyle/>
          <a:p>
            <a:pPr algn="l"/>
            <a:r>
              <a:rPr lang="en-US" sz="3200"/>
              <a:t>Applications</a:t>
            </a:r>
            <a:endParaRPr lang="en-PK" sz="3200"/>
          </a:p>
        </p:txBody>
      </p:sp>
      <p:sp>
        <p:nvSpPr>
          <p:cNvPr id="5" name="Content Placeholder 4">
            <a:extLst>
              <a:ext uri="{FF2B5EF4-FFF2-40B4-BE49-F238E27FC236}">
                <a16:creationId xmlns:a16="http://schemas.microsoft.com/office/drawing/2014/main" id="{7F6FFDC7-5141-DAA3-6EA2-5D8C8B783749}"/>
              </a:ext>
            </a:extLst>
          </p:cNvPr>
          <p:cNvSpPr>
            <a:spLocks noGrp="1"/>
          </p:cNvSpPr>
          <p:nvPr>
            <p:ph idx="1"/>
          </p:nvPr>
        </p:nvSpPr>
        <p:spPr>
          <a:xfrm>
            <a:off x="6900493" y="1732449"/>
            <a:ext cx="4403596" cy="4058751"/>
          </a:xfrm>
        </p:spPr>
        <p:txBody>
          <a:bodyPr anchor="t">
            <a:normAutofit/>
          </a:bodyPr>
          <a:lstStyle/>
          <a:p>
            <a:pPr marL="494100" indent="-457200">
              <a:buFont typeface="+mj-lt"/>
              <a:buAutoNum type="arabicPeriod"/>
            </a:pPr>
            <a:r>
              <a:rPr lang="en-PK" sz="1800"/>
              <a:t>Flood forecasting and early warning </a:t>
            </a:r>
            <a:endParaRPr lang="en-US" sz="1800"/>
          </a:p>
          <a:p>
            <a:pPr marL="494100" indent="-457200">
              <a:buFont typeface="+mj-lt"/>
              <a:buAutoNum type="arabicPeriod"/>
            </a:pPr>
            <a:r>
              <a:rPr lang="en-PK" sz="1800"/>
              <a:t>Drought monitoring </a:t>
            </a:r>
            <a:endParaRPr lang="en-US" sz="1800"/>
          </a:p>
          <a:p>
            <a:pPr marL="494100" indent="-457200">
              <a:buFont typeface="+mj-lt"/>
              <a:buAutoNum type="arabicPeriod"/>
            </a:pPr>
            <a:r>
              <a:rPr lang="en-PK" sz="1800"/>
              <a:t>Water quality assessment </a:t>
            </a:r>
            <a:endParaRPr lang="en-US" sz="1800"/>
          </a:p>
          <a:p>
            <a:pPr marL="494100" indent="-457200">
              <a:buFont typeface="+mj-lt"/>
              <a:buAutoNum type="arabicPeriod"/>
            </a:pPr>
            <a:r>
              <a:rPr lang="en-PK" sz="1800"/>
              <a:t>Irrigation and agriculture Urban water management </a:t>
            </a:r>
            <a:endParaRPr lang="en-US" sz="1800"/>
          </a:p>
          <a:p>
            <a:pPr marL="494100" indent="-457200">
              <a:buFont typeface="+mj-lt"/>
              <a:buAutoNum type="arabicPeriod"/>
            </a:pPr>
            <a:r>
              <a:rPr lang="en-PK" sz="1800"/>
              <a:t>Groundwater monitoring </a:t>
            </a:r>
            <a:endParaRPr lang="en-US" sz="1800"/>
          </a:p>
          <a:p>
            <a:pPr marL="494100" indent="-457200">
              <a:buFont typeface="+mj-lt"/>
              <a:buAutoNum type="arabicPeriod"/>
            </a:pPr>
            <a:r>
              <a:rPr lang="en-PK" sz="1800"/>
              <a:t>Climate change impact assessment</a:t>
            </a:r>
          </a:p>
        </p:txBody>
      </p:sp>
      <p:sp>
        <p:nvSpPr>
          <p:cNvPr id="6" name="Slide Number Placeholder 5">
            <a:extLst>
              <a:ext uri="{FF2B5EF4-FFF2-40B4-BE49-F238E27FC236}">
                <a16:creationId xmlns:a16="http://schemas.microsoft.com/office/drawing/2014/main" id="{19BEABF3-D8D0-DCCF-DCF5-BF2031A3BF92}"/>
              </a:ext>
            </a:extLst>
          </p:cNvPr>
          <p:cNvSpPr>
            <a:spLocks noGrp="1"/>
          </p:cNvSpPr>
          <p:nvPr>
            <p:ph type="sldNum" sz="quarter" idx="12"/>
          </p:nvPr>
        </p:nvSpPr>
        <p:spPr/>
        <p:txBody>
          <a:bodyPr/>
          <a:lstStyle/>
          <a:p>
            <a:fld id="{3A98EE3D-8CD1-4C3F-BD1C-C98C9596463C}" type="slidenum">
              <a:rPr lang="en-US" smtClean="0"/>
              <a:t>11</a:t>
            </a:fld>
            <a:endParaRPr lang="en-US" dirty="0"/>
          </a:p>
        </p:txBody>
      </p:sp>
    </p:spTree>
    <p:extLst>
      <p:ext uri="{BB962C8B-B14F-4D97-AF65-F5344CB8AC3E}">
        <p14:creationId xmlns:p14="http://schemas.microsoft.com/office/powerpoint/2010/main" val="2250067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EDB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F53A9-0565-565A-1CBD-B52230420AD2}"/>
              </a:ext>
            </a:extLst>
          </p:cNvPr>
          <p:cNvSpPr>
            <a:spLocks noGrp="1"/>
          </p:cNvSpPr>
          <p:nvPr>
            <p:ph type="ctrTitle"/>
          </p:nvPr>
        </p:nvSpPr>
        <p:spPr/>
        <p:txBody>
          <a:bodyPr/>
          <a:lstStyle/>
          <a:p>
            <a:r>
              <a:rPr lang="en-US" b="1" dirty="0"/>
              <a:t>Some Examples</a:t>
            </a:r>
            <a:endParaRPr lang="en-PK" b="1" dirty="0"/>
          </a:p>
        </p:txBody>
      </p:sp>
      <p:sp>
        <p:nvSpPr>
          <p:cNvPr id="3" name="Subtitle 2">
            <a:extLst>
              <a:ext uri="{FF2B5EF4-FFF2-40B4-BE49-F238E27FC236}">
                <a16:creationId xmlns:a16="http://schemas.microsoft.com/office/drawing/2014/main" id="{D257A108-5D03-2BB7-53C9-9E43576B370B}"/>
              </a:ext>
            </a:extLst>
          </p:cNvPr>
          <p:cNvSpPr>
            <a:spLocks noGrp="1"/>
          </p:cNvSpPr>
          <p:nvPr>
            <p:ph type="subTitle" idx="1"/>
          </p:nvPr>
        </p:nvSpPr>
        <p:spPr/>
        <p:txBody>
          <a:bodyPr/>
          <a:lstStyle/>
          <a:p>
            <a:endParaRPr lang="en-PK"/>
          </a:p>
        </p:txBody>
      </p:sp>
      <p:sp>
        <p:nvSpPr>
          <p:cNvPr id="4" name="Slide Number Placeholder 3">
            <a:extLst>
              <a:ext uri="{FF2B5EF4-FFF2-40B4-BE49-F238E27FC236}">
                <a16:creationId xmlns:a16="http://schemas.microsoft.com/office/drawing/2014/main" id="{BED5B267-8EE6-5CF2-CA0E-B3734CA6DC24}"/>
              </a:ext>
            </a:extLst>
          </p:cNvPr>
          <p:cNvSpPr>
            <a:spLocks noGrp="1"/>
          </p:cNvSpPr>
          <p:nvPr>
            <p:ph type="sldNum" sz="quarter" idx="12"/>
          </p:nvPr>
        </p:nvSpPr>
        <p:spPr/>
        <p:txBody>
          <a:bodyPr/>
          <a:lstStyle/>
          <a:p>
            <a:fld id="{3A98EE3D-8CD1-4C3F-BD1C-C98C9596463C}" type="slidenum">
              <a:rPr lang="en-US" smtClean="0"/>
              <a:pPr/>
              <a:t>12</a:t>
            </a:fld>
            <a:endParaRPr lang="en-US" dirty="0"/>
          </a:p>
        </p:txBody>
      </p:sp>
    </p:spTree>
    <p:extLst>
      <p:ext uri="{BB962C8B-B14F-4D97-AF65-F5344CB8AC3E}">
        <p14:creationId xmlns:p14="http://schemas.microsoft.com/office/powerpoint/2010/main" val="3562905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3A7F5D76-1FEC-470A-B476-70574A89C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3793B7-1AB9-D5C9-C16A-3A2346E0A31A}"/>
              </a:ext>
            </a:extLst>
          </p:cNvPr>
          <p:cNvSpPr>
            <a:spLocks noGrp="1"/>
          </p:cNvSpPr>
          <p:nvPr>
            <p:ph type="title"/>
          </p:nvPr>
        </p:nvSpPr>
        <p:spPr>
          <a:xfrm>
            <a:off x="502117" y="716510"/>
            <a:ext cx="7973168" cy="1257300"/>
          </a:xfrm>
        </p:spPr>
        <p:txBody>
          <a:bodyPr>
            <a:normAutofit/>
          </a:bodyPr>
          <a:lstStyle/>
          <a:p>
            <a:r>
              <a:rPr lang="en-US" dirty="0"/>
              <a:t>Digital Twin</a:t>
            </a:r>
            <a:endParaRPr lang="en-PK" dirty="0"/>
          </a:p>
        </p:txBody>
      </p:sp>
      <p:sp>
        <p:nvSpPr>
          <p:cNvPr id="3" name="Content Placeholder 2">
            <a:extLst>
              <a:ext uri="{FF2B5EF4-FFF2-40B4-BE49-F238E27FC236}">
                <a16:creationId xmlns:a16="http://schemas.microsoft.com/office/drawing/2014/main" id="{90EBB108-FAE9-A4D9-7A76-67558011D6F1}"/>
              </a:ext>
            </a:extLst>
          </p:cNvPr>
          <p:cNvSpPr>
            <a:spLocks noGrp="1"/>
          </p:cNvSpPr>
          <p:nvPr>
            <p:ph idx="1"/>
          </p:nvPr>
        </p:nvSpPr>
        <p:spPr>
          <a:xfrm>
            <a:off x="181303" y="2611492"/>
            <a:ext cx="11658601" cy="3371192"/>
          </a:xfrm>
        </p:spPr>
        <p:txBody>
          <a:bodyPr anchor="ctr">
            <a:normAutofit/>
          </a:bodyPr>
          <a:lstStyle/>
          <a:p>
            <a:pPr>
              <a:lnSpc>
                <a:spcPct val="114000"/>
              </a:lnSpc>
              <a:buClr>
                <a:srgbClr val="5ECAE6"/>
              </a:buClr>
            </a:pPr>
            <a:r>
              <a:rPr lang="en-US" sz="2400" dirty="0"/>
              <a:t>A Digital Twin is a digital model of a real-world system that is continuously updated using real-time or near-real-time data to monitor, understand, and predict its behavior.</a:t>
            </a:r>
          </a:p>
          <a:p>
            <a:pPr marL="36900" indent="0">
              <a:lnSpc>
                <a:spcPct val="114000"/>
              </a:lnSpc>
              <a:buClr>
                <a:srgbClr val="5ECAE6"/>
              </a:buClr>
              <a:buNone/>
            </a:pPr>
            <a:r>
              <a:rPr lang="en-US" sz="2400" dirty="0"/>
              <a:t>Example in Hydroinformatics:</a:t>
            </a:r>
          </a:p>
          <a:p>
            <a:pPr>
              <a:lnSpc>
                <a:spcPct val="114000"/>
              </a:lnSpc>
              <a:buClr>
                <a:srgbClr val="5ECAE6"/>
              </a:buClr>
            </a:pPr>
            <a:r>
              <a:rPr lang="en-US" sz="2400" dirty="0"/>
              <a:t>A digital twin of a river system can combine river gauge data, satellite observations, rainfall, weather forecasts, and hydrological models to show the current river condition and predict future water levels or floods.</a:t>
            </a:r>
            <a:endParaRPr lang="en-PK" sz="2400" dirty="0"/>
          </a:p>
        </p:txBody>
      </p:sp>
      <p:pic>
        <p:nvPicPr>
          <p:cNvPr id="6" name="Picture 5">
            <a:extLst>
              <a:ext uri="{FF2B5EF4-FFF2-40B4-BE49-F238E27FC236}">
                <a16:creationId xmlns:a16="http://schemas.microsoft.com/office/drawing/2014/main" id="{032DD692-8855-EA68-E64A-4453A9E060EC}"/>
              </a:ext>
            </a:extLst>
          </p:cNvPr>
          <p:cNvPicPr>
            <a:picLocks noChangeAspect="1"/>
          </p:cNvPicPr>
          <p:nvPr/>
        </p:nvPicPr>
        <p:blipFill>
          <a:blip r:embed="rId3"/>
          <a:srcRect l="9909" r="7108" b="-1"/>
          <a:stretch>
            <a:fillRect/>
          </a:stretch>
        </p:blipFill>
        <p:spPr>
          <a:xfrm>
            <a:off x="8977401" y="130621"/>
            <a:ext cx="3073220" cy="2462807"/>
          </a:xfrm>
          <a:prstGeom prst="rect">
            <a:avLst/>
          </a:prstGeom>
        </p:spPr>
      </p:pic>
      <p:sp>
        <p:nvSpPr>
          <p:cNvPr id="4" name="Slide Number Placeholder 3">
            <a:extLst>
              <a:ext uri="{FF2B5EF4-FFF2-40B4-BE49-F238E27FC236}">
                <a16:creationId xmlns:a16="http://schemas.microsoft.com/office/drawing/2014/main" id="{77AE79B8-FC9C-070A-D317-9058C03DC829}"/>
              </a:ext>
            </a:extLst>
          </p:cNvPr>
          <p:cNvSpPr>
            <a:spLocks noGrp="1"/>
          </p:cNvSpPr>
          <p:nvPr>
            <p:ph type="sldNum" sz="quarter" idx="12"/>
          </p:nvPr>
        </p:nvSpPr>
        <p:spPr>
          <a:xfrm>
            <a:off x="10514011" y="6000749"/>
            <a:ext cx="753545" cy="365125"/>
          </a:xfrm>
        </p:spPr>
        <p:txBody>
          <a:bodyPr>
            <a:normAutofit/>
          </a:bodyPr>
          <a:lstStyle/>
          <a:p>
            <a:pPr>
              <a:spcAft>
                <a:spcPts val="600"/>
              </a:spcAft>
            </a:pPr>
            <a:fld id="{3A98EE3D-8CD1-4C3F-BD1C-C98C9596463C}" type="slidenum">
              <a:rPr lang="en-US" smtClean="0"/>
              <a:pPr>
                <a:spcAft>
                  <a:spcPts val="600"/>
                </a:spcAft>
              </a:pPr>
              <a:t>13</a:t>
            </a:fld>
            <a:endParaRPr lang="en-US"/>
          </a:p>
        </p:txBody>
      </p:sp>
    </p:spTree>
    <p:extLst>
      <p:ext uri="{BB962C8B-B14F-4D97-AF65-F5344CB8AC3E}">
        <p14:creationId xmlns:p14="http://schemas.microsoft.com/office/powerpoint/2010/main" val="3332652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05358-7FF2-2569-C32D-A382A845A258}"/>
              </a:ext>
            </a:extLst>
          </p:cNvPr>
          <p:cNvSpPr>
            <a:spLocks noGrp="1"/>
          </p:cNvSpPr>
          <p:nvPr>
            <p:ph type="title"/>
          </p:nvPr>
        </p:nvSpPr>
        <p:spPr>
          <a:xfrm>
            <a:off x="481011" y="327025"/>
            <a:ext cx="5324477" cy="1630363"/>
          </a:xfrm>
        </p:spPr>
        <p:txBody>
          <a:bodyPr anchor="b">
            <a:normAutofit/>
          </a:bodyPr>
          <a:lstStyle/>
          <a:p>
            <a:r>
              <a:rPr lang="en-PK" sz="3600"/>
              <a:t>🌊 Flood Forecasting &amp; Early Warning</a:t>
            </a:r>
          </a:p>
        </p:txBody>
      </p:sp>
      <p:pic>
        <p:nvPicPr>
          <p:cNvPr id="6" name="Picture 5">
            <a:extLst>
              <a:ext uri="{FF2B5EF4-FFF2-40B4-BE49-F238E27FC236}">
                <a16:creationId xmlns:a16="http://schemas.microsoft.com/office/drawing/2014/main" id="{215653AE-6AD4-C14D-A2FC-8AA9E5C6C77A}"/>
              </a:ext>
            </a:extLst>
          </p:cNvPr>
          <p:cNvPicPr>
            <a:picLocks noChangeAspect="1"/>
          </p:cNvPicPr>
          <p:nvPr/>
        </p:nvPicPr>
        <p:blipFill>
          <a:blip r:embed="rId2"/>
          <a:srcRect l="9447" r="29717" b="1"/>
          <a:stretch>
            <a:fillRect/>
          </a:stretch>
        </p:blipFill>
        <p:spPr>
          <a:xfrm>
            <a:off x="5966355" y="1"/>
            <a:ext cx="6225645" cy="6856412"/>
          </a:xfrm>
          <a:custGeom>
            <a:avLst/>
            <a:gdLst/>
            <a:ahLst/>
            <a:cxnLst/>
            <a:rect l="l" t="t" r="r" b="b"/>
            <a:pathLst>
              <a:path w="5620032" h="6856412">
                <a:moveTo>
                  <a:pt x="13187" y="0"/>
                </a:moveTo>
                <a:lnTo>
                  <a:pt x="5620032" y="0"/>
                </a:lnTo>
                <a:lnTo>
                  <a:pt x="5620032" y="6856412"/>
                </a:lnTo>
                <a:lnTo>
                  <a:pt x="0" y="6856412"/>
                </a:lnTo>
                <a:lnTo>
                  <a:pt x="64318" y="6298274"/>
                </a:lnTo>
                <a:cubicBezTo>
                  <a:pt x="203221" y="4970220"/>
                  <a:pt x="240510" y="3632077"/>
                  <a:pt x="97152" y="2276000"/>
                </a:cubicBezTo>
                <a:cubicBezTo>
                  <a:pt x="35713" y="1694824"/>
                  <a:pt x="7455" y="1116942"/>
                  <a:pt x="6154" y="541737"/>
                </a:cubicBezTo>
                <a:close/>
              </a:path>
            </a:pathLst>
          </a:custGeom>
        </p:spPr>
      </p:pic>
      <p:graphicFrame>
        <p:nvGraphicFramePr>
          <p:cNvPr id="5" name="Content Placeholder 2">
            <a:extLst>
              <a:ext uri="{FF2B5EF4-FFF2-40B4-BE49-F238E27FC236}">
                <a16:creationId xmlns:a16="http://schemas.microsoft.com/office/drawing/2014/main" id="{85761CDF-0DF3-13C0-02D3-A08163749E84}"/>
              </a:ext>
            </a:extLst>
          </p:cNvPr>
          <p:cNvGraphicFramePr>
            <a:graphicFrameLocks noGrp="1"/>
          </p:cNvGraphicFramePr>
          <p:nvPr>
            <p:ph idx="1"/>
            <p:extLst>
              <p:ext uri="{D42A27DB-BD31-4B8C-83A1-F6EECF244321}">
                <p14:modId xmlns:p14="http://schemas.microsoft.com/office/powerpoint/2010/main" val="2949961529"/>
              </p:ext>
            </p:extLst>
          </p:nvPr>
        </p:nvGraphicFramePr>
        <p:xfrm>
          <a:off x="481013" y="2286001"/>
          <a:ext cx="5324475" cy="39195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5DFC9B4A-FA9A-EC44-C7DA-1A29442C7895}"/>
              </a:ext>
            </a:extLst>
          </p:cNvPr>
          <p:cNvSpPr>
            <a:spLocks noGrp="1"/>
          </p:cNvSpPr>
          <p:nvPr>
            <p:ph type="sldNum" sz="quarter" idx="12"/>
          </p:nvPr>
        </p:nvSpPr>
        <p:spPr/>
        <p:txBody>
          <a:bodyPr/>
          <a:lstStyle/>
          <a:p>
            <a:fld id="{68CAD9A9-ECDE-499A-AB88-9B2C4821F3EA}" type="slidenum">
              <a:rPr lang="en-PK" smtClean="0"/>
              <a:t>14</a:t>
            </a:fld>
            <a:endParaRPr lang="en-PK"/>
          </a:p>
        </p:txBody>
      </p:sp>
    </p:spTree>
    <p:extLst>
      <p:ext uri="{BB962C8B-B14F-4D97-AF65-F5344CB8AC3E}">
        <p14:creationId xmlns:p14="http://schemas.microsoft.com/office/powerpoint/2010/main" val="865077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B615976-111F-F5CE-3A9D-4EA851A1CB0B}"/>
              </a:ext>
            </a:extLst>
          </p:cNvPr>
          <p:cNvSpPr>
            <a:spLocks noGrp="1"/>
          </p:cNvSpPr>
          <p:nvPr>
            <p:ph type="title"/>
          </p:nvPr>
        </p:nvSpPr>
        <p:spPr>
          <a:xfrm>
            <a:off x="1371597" y="348865"/>
            <a:ext cx="10044023" cy="877729"/>
          </a:xfrm>
        </p:spPr>
        <p:txBody>
          <a:bodyPr anchor="ctr">
            <a:normAutofit/>
          </a:bodyPr>
          <a:lstStyle/>
          <a:p>
            <a:r>
              <a:rPr lang="en-PK" sz="4000" b="1">
                <a:solidFill>
                  <a:srgbClr val="FFFFFF"/>
                </a:solidFill>
              </a:rPr>
              <a:t>☀️ Drought Monitoring</a:t>
            </a:r>
            <a:endParaRPr lang="en-PK" sz="4000">
              <a:solidFill>
                <a:srgbClr val="FFFFFF"/>
              </a:solidFill>
            </a:endParaRPr>
          </a:p>
        </p:txBody>
      </p:sp>
      <p:graphicFrame>
        <p:nvGraphicFramePr>
          <p:cNvPr id="5" name="Content Placeholder 2">
            <a:extLst>
              <a:ext uri="{FF2B5EF4-FFF2-40B4-BE49-F238E27FC236}">
                <a16:creationId xmlns:a16="http://schemas.microsoft.com/office/drawing/2014/main" id="{66466741-3328-E522-A8FD-5633F4977DA6}"/>
              </a:ext>
            </a:extLst>
          </p:cNvPr>
          <p:cNvGraphicFramePr>
            <a:graphicFrameLocks noGrp="1"/>
          </p:cNvGraphicFramePr>
          <p:nvPr>
            <p:ph idx="1"/>
            <p:extLst>
              <p:ext uri="{D42A27DB-BD31-4B8C-83A1-F6EECF244321}">
                <p14:modId xmlns:p14="http://schemas.microsoft.com/office/powerpoint/2010/main" val="345768595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3F0924B7-FA99-1842-066F-C329E40D124E}"/>
              </a:ext>
            </a:extLst>
          </p:cNvPr>
          <p:cNvSpPr>
            <a:spLocks noGrp="1"/>
          </p:cNvSpPr>
          <p:nvPr>
            <p:ph type="sldNum" sz="quarter" idx="12"/>
          </p:nvPr>
        </p:nvSpPr>
        <p:spPr/>
        <p:txBody>
          <a:bodyPr/>
          <a:lstStyle/>
          <a:p>
            <a:fld id="{68CAD9A9-ECDE-499A-AB88-9B2C4821F3EA}" type="slidenum">
              <a:rPr lang="en-PK" smtClean="0"/>
              <a:t>15</a:t>
            </a:fld>
            <a:endParaRPr lang="en-PK"/>
          </a:p>
        </p:txBody>
      </p:sp>
    </p:spTree>
    <p:extLst>
      <p:ext uri="{BB962C8B-B14F-4D97-AF65-F5344CB8AC3E}">
        <p14:creationId xmlns:p14="http://schemas.microsoft.com/office/powerpoint/2010/main" val="20167270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BA5FC50-13A8-387D-C325-C6A054D67497}"/>
              </a:ext>
            </a:extLst>
          </p:cNvPr>
          <p:cNvSpPr>
            <a:spLocks noGrp="1"/>
          </p:cNvSpPr>
          <p:nvPr>
            <p:ph type="title"/>
          </p:nvPr>
        </p:nvSpPr>
        <p:spPr>
          <a:xfrm>
            <a:off x="1371597" y="348865"/>
            <a:ext cx="10044023" cy="877729"/>
          </a:xfrm>
        </p:spPr>
        <p:txBody>
          <a:bodyPr anchor="ctr">
            <a:normAutofit/>
          </a:bodyPr>
          <a:lstStyle/>
          <a:p>
            <a:r>
              <a:rPr lang="en-PK" sz="4000" b="1">
                <a:solidFill>
                  <a:srgbClr val="FFFFFF"/>
                </a:solidFill>
              </a:rPr>
              <a:t>🧪 Water Quality Assessment</a:t>
            </a:r>
            <a:endParaRPr lang="en-PK" sz="4000">
              <a:solidFill>
                <a:srgbClr val="FFFFFF"/>
              </a:solidFill>
            </a:endParaRPr>
          </a:p>
        </p:txBody>
      </p:sp>
      <p:graphicFrame>
        <p:nvGraphicFramePr>
          <p:cNvPr id="5" name="Content Placeholder 2">
            <a:extLst>
              <a:ext uri="{FF2B5EF4-FFF2-40B4-BE49-F238E27FC236}">
                <a16:creationId xmlns:a16="http://schemas.microsoft.com/office/drawing/2014/main" id="{83BFAC09-32CF-5D3B-D568-C3D2022DD76A}"/>
              </a:ext>
            </a:extLst>
          </p:cNvPr>
          <p:cNvGraphicFramePr>
            <a:graphicFrameLocks noGrp="1"/>
          </p:cNvGraphicFramePr>
          <p:nvPr>
            <p:ph idx="1"/>
            <p:extLst>
              <p:ext uri="{D42A27DB-BD31-4B8C-83A1-F6EECF244321}">
                <p14:modId xmlns:p14="http://schemas.microsoft.com/office/powerpoint/2010/main" val="299899109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DE96C0AD-E0E6-E300-6DB5-0ECE74E74165}"/>
              </a:ext>
            </a:extLst>
          </p:cNvPr>
          <p:cNvPicPr>
            <a:picLocks noChangeAspect="1"/>
          </p:cNvPicPr>
          <p:nvPr/>
        </p:nvPicPr>
        <p:blipFill>
          <a:blip r:embed="rId8"/>
          <a:stretch>
            <a:fillRect/>
          </a:stretch>
        </p:blipFill>
        <p:spPr>
          <a:xfrm>
            <a:off x="1793895" y="3148642"/>
            <a:ext cx="1087328" cy="858989"/>
          </a:xfrm>
          <a:prstGeom prst="rect">
            <a:avLst/>
          </a:prstGeom>
        </p:spPr>
      </p:pic>
      <p:sp>
        <p:nvSpPr>
          <p:cNvPr id="7" name="Slide Number Placeholder 6">
            <a:extLst>
              <a:ext uri="{FF2B5EF4-FFF2-40B4-BE49-F238E27FC236}">
                <a16:creationId xmlns:a16="http://schemas.microsoft.com/office/drawing/2014/main" id="{B5000045-E6C1-8A63-C921-B7978B4A52BD}"/>
              </a:ext>
            </a:extLst>
          </p:cNvPr>
          <p:cNvSpPr>
            <a:spLocks noGrp="1"/>
          </p:cNvSpPr>
          <p:nvPr>
            <p:ph type="sldNum" sz="quarter" idx="12"/>
          </p:nvPr>
        </p:nvSpPr>
        <p:spPr/>
        <p:txBody>
          <a:bodyPr/>
          <a:lstStyle/>
          <a:p>
            <a:fld id="{68CAD9A9-ECDE-499A-AB88-9B2C4821F3EA}" type="slidenum">
              <a:rPr lang="en-PK" smtClean="0"/>
              <a:t>16</a:t>
            </a:fld>
            <a:endParaRPr lang="en-PK"/>
          </a:p>
        </p:txBody>
      </p:sp>
    </p:spTree>
    <p:extLst>
      <p:ext uri="{BB962C8B-B14F-4D97-AF65-F5344CB8AC3E}">
        <p14:creationId xmlns:p14="http://schemas.microsoft.com/office/powerpoint/2010/main" val="3058213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FD376-1AC0-7E86-E755-280A72B5C59C}"/>
              </a:ext>
            </a:extLst>
          </p:cNvPr>
          <p:cNvSpPr>
            <a:spLocks noGrp="1"/>
          </p:cNvSpPr>
          <p:nvPr>
            <p:ph type="title"/>
          </p:nvPr>
        </p:nvSpPr>
        <p:spPr>
          <a:xfrm>
            <a:off x="838200" y="459863"/>
            <a:ext cx="10515600" cy="1004594"/>
          </a:xfrm>
        </p:spPr>
        <p:txBody>
          <a:bodyPr>
            <a:normAutofit/>
          </a:bodyPr>
          <a:lstStyle/>
          <a:p>
            <a:pPr algn="ctr"/>
            <a:r>
              <a:rPr lang="en-PK" b="1">
                <a:solidFill>
                  <a:srgbClr val="FFFFFF"/>
                </a:solidFill>
              </a:rPr>
              <a:t>🚜 Irrigation &amp; Agriculture</a:t>
            </a:r>
            <a:endParaRPr lang="en-PK">
              <a:solidFill>
                <a:srgbClr val="FFFFFF"/>
              </a:solidFill>
            </a:endParaRPr>
          </a:p>
        </p:txBody>
      </p:sp>
      <p:sp>
        <p:nvSpPr>
          <p:cNvPr id="26" name="Rectangle: Rounded Corners 25">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Content Placeholder 2">
            <a:extLst>
              <a:ext uri="{FF2B5EF4-FFF2-40B4-BE49-F238E27FC236}">
                <a16:creationId xmlns:a16="http://schemas.microsoft.com/office/drawing/2014/main" id="{21D13BAE-E49B-4E95-C378-F1CDACD20751}"/>
              </a:ext>
            </a:extLst>
          </p:cNvPr>
          <p:cNvGraphicFramePr>
            <a:graphicFrameLocks noGrp="1"/>
          </p:cNvGraphicFramePr>
          <p:nvPr>
            <p:ph idx="1"/>
            <p:extLst>
              <p:ext uri="{D42A27DB-BD31-4B8C-83A1-F6EECF244321}">
                <p14:modId xmlns:p14="http://schemas.microsoft.com/office/powerpoint/2010/main" val="3703301304"/>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D24F9D62-4474-E40A-98DB-9F277C304987}"/>
              </a:ext>
            </a:extLst>
          </p:cNvPr>
          <p:cNvPicPr>
            <a:picLocks noChangeAspect="1"/>
          </p:cNvPicPr>
          <p:nvPr/>
        </p:nvPicPr>
        <p:blipFill>
          <a:blip r:embed="rId8"/>
          <a:stretch>
            <a:fillRect/>
          </a:stretch>
        </p:blipFill>
        <p:spPr>
          <a:xfrm>
            <a:off x="1794294" y="2743201"/>
            <a:ext cx="1374296" cy="1181818"/>
          </a:xfrm>
          <a:prstGeom prst="rect">
            <a:avLst/>
          </a:prstGeom>
        </p:spPr>
      </p:pic>
      <p:pic>
        <p:nvPicPr>
          <p:cNvPr id="7" name="Picture 6" descr="SCADA System Implementation for Distribution, Monitoring and Control of...  | Download Scientific Diagram">
            <a:extLst>
              <a:ext uri="{FF2B5EF4-FFF2-40B4-BE49-F238E27FC236}">
                <a16:creationId xmlns:a16="http://schemas.microsoft.com/office/drawing/2014/main" id="{2510ABE0-20DC-6525-9704-FCC70F7B6FB9}"/>
              </a:ext>
            </a:extLst>
          </p:cNvPr>
          <p:cNvPicPr>
            <a:picLocks noChangeAspect="1"/>
          </p:cNvPicPr>
          <p:nvPr/>
        </p:nvPicPr>
        <p:blipFill>
          <a:blip r:embed="rId9"/>
          <a:stretch>
            <a:fillRect/>
          </a:stretch>
        </p:blipFill>
        <p:spPr>
          <a:xfrm>
            <a:off x="5287660" y="2566359"/>
            <a:ext cx="1616680" cy="1358660"/>
          </a:xfrm>
          <a:prstGeom prst="rect">
            <a:avLst/>
          </a:prstGeom>
        </p:spPr>
      </p:pic>
      <p:pic>
        <p:nvPicPr>
          <p:cNvPr id="14" name="Picture 13">
            <a:extLst>
              <a:ext uri="{FF2B5EF4-FFF2-40B4-BE49-F238E27FC236}">
                <a16:creationId xmlns:a16="http://schemas.microsoft.com/office/drawing/2014/main" id="{06F82504-5650-81E7-E928-453E73D48949}"/>
              </a:ext>
            </a:extLst>
          </p:cNvPr>
          <p:cNvPicPr>
            <a:picLocks noChangeAspect="1"/>
          </p:cNvPicPr>
          <p:nvPr/>
        </p:nvPicPr>
        <p:blipFill>
          <a:blip r:embed="rId10"/>
          <a:srcRect b="10291"/>
          <a:stretch>
            <a:fillRect/>
          </a:stretch>
        </p:blipFill>
        <p:spPr>
          <a:xfrm>
            <a:off x="8944517" y="2743202"/>
            <a:ext cx="1603261" cy="1181818"/>
          </a:xfrm>
          <a:prstGeom prst="rect">
            <a:avLst/>
          </a:prstGeom>
        </p:spPr>
      </p:pic>
      <p:sp>
        <p:nvSpPr>
          <p:cNvPr id="16" name="Slide Number Placeholder 15">
            <a:extLst>
              <a:ext uri="{FF2B5EF4-FFF2-40B4-BE49-F238E27FC236}">
                <a16:creationId xmlns:a16="http://schemas.microsoft.com/office/drawing/2014/main" id="{783A3FDF-3206-92D8-8A2F-A13F483AC830}"/>
              </a:ext>
            </a:extLst>
          </p:cNvPr>
          <p:cNvSpPr>
            <a:spLocks noGrp="1"/>
          </p:cNvSpPr>
          <p:nvPr>
            <p:ph type="sldNum" sz="quarter" idx="12"/>
          </p:nvPr>
        </p:nvSpPr>
        <p:spPr/>
        <p:txBody>
          <a:bodyPr/>
          <a:lstStyle/>
          <a:p>
            <a:fld id="{68CAD9A9-ECDE-499A-AB88-9B2C4821F3EA}" type="slidenum">
              <a:rPr lang="en-PK" smtClean="0"/>
              <a:t>17</a:t>
            </a:fld>
            <a:endParaRPr lang="en-PK"/>
          </a:p>
        </p:txBody>
      </p:sp>
    </p:spTree>
    <p:extLst>
      <p:ext uri="{BB962C8B-B14F-4D97-AF65-F5344CB8AC3E}">
        <p14:creationId xmlns:p14="http://schemas.microsoft.com/office/powerpoint/2010/main" val="1987800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E22BBB-A6A8-3AB8-C717-A103BBB6ED6B}"/>
              </a:ext>
            </a:extLst>
          </p:cNvPr>
          <p:cNvSpPr>
            <a:spLocks noGrp="1"/>
          </p:cNvSpPr>
          <p:nvPr>
            <p:ph type="title"/>
          </p:nvPr>
        </p:nvSpPr>
        <p:spPr>
          <a:xfrm>
            <a:off x="838200" y="459863"/>
            <a:ext cx="10515600" cy="1004594"/>
          </a:xfrm>
        </p:spPr>
        <p:txBody>
          <a:bodyPr>
            <a:normAutofit/>
          </a:bodyPr>
          <a:lstStyle/>
          <a:p>
            <a:pPr algn="ctr"/>
            <a:r>
              <a:rPr lang="en-PK" b="1">
                <a:solidFill>
                  <a:srgbClr val="FFFFFF"/>
                </a:solidFill>
              </a:rPr>
              <a:t>🏢 Urban Water Management</a:t>
            </a:r>
            <a:endParaRPr lang="en-PK">
              <a:solidFill>
                <a:srgbClr val="FFFFFF"/>
              </a:solidFill>
            </a:endParaRP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A923E11-5B06-F57A-0F38-97CF1D2B6BC1}"/>
              </a:ext>
            </a:extLst>
          </p:cNvPr>
          <p:cNvGraphicFramePr>
            <a:graphicFrameLocks noGrp="1"/>
          </p:cNvGraphicFramePr>
          <p:nvPr>
            <p:ph idx="1"/>
            <p:extLst>
              <p:ext uri="{D42A27DB-BD31-4B8C-83A1-F6EECF244321}">
                <p14:modId xmlns:p14="http://schemas.microsoft.com/office/powerpoint/2010/main" val="2567684440"/>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C70FFA07-6F2D-73C8-1379-5C70DE1633FC}"/>
              </a:ext>
            </a:extLst>
          </p:cNvPr>
          <p:cNvSpPr>
            <a:spLocks noGrp="1"/>
          </p:cNvSpPr>
          <p:nvPr>
            <p:ph type="sldNum" sz="quarter" idx="12"/>
          </p:nvPr>
        </p:nvSpPr>
        <p:spPr/>
        <p:txBody>
          <a:bodyPr/>
          <a:lstStyle/>
          <a:p>
            <a:fld id="{68CAD9A9-ECDE-499A-AB88-9B2C4821F3EA}" type="slidenum">
              <a:rPr lang="en-PK" smtClean="0"/>
              <a:t>18</a:t>
            </a:fld>
            <a:endParaRPr lang="en-PK"/>
          </a:p>
        </p:txBody>
      </p:sp>
    </p:spTree>
    <p:extLst>
      <p:ext uri="{BB962C8B-B14F-4D97-AF65-F5344CB8AC3E}">
        <p14:creationId xmlns:p14="http://schemas.microsoft.com/office/powerpoint/2010/main" val="1074576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16303FC-2D4D-72FA-DB69-CDB2BC6D8C17}"/>
              </a:ext>
            </a:extLst>
          </p:cNvPr>
          <p:cNvSpPr>
            <a:spLocks noGrp="1"/>
          </p:cNvSpPr>
          <p:nvPr>
            <p:ph type="title"/>
          </p:nvPr>
        </p:nvSpPr>
        <p:spPr>
          <a:xfrm>
            <a:off x="1371597" y="348865"/>
            <a:ext cx="10044023" cy="877729"/>
          </a:xfrm>
        </p:spPr>
        <p:txBody>
          <a:bodyPr anchor="ctr">
            <a:normAutofit/>
          </a:bodyPr>
          <a:lstStyle/>
          <a:p>
            <a:r>
              <a:rPr lang="en-PK" sz="4000" b="1">
                <a:solidFill>
                  <a:srgbClr val="FFFFFF"/>
                </a:solidFill>
              </a:rPr>
              <a:t>🕳️ Groundwater Monitoring</a:t>
            </a:r>
            <a:endParaRPr lang="en-PK" sz="4000">
              <a:solidFill>
                <a:srgbClr val="FFFFFF"/>
              </a:solidFill>
            </a:endParaRPr>
          </a:p>
        </p:txBody>
      </p:sp>
      <p:graphicFrame>
        <p:nvGraphicFramePr>
          <p:cNvPr id="5" name="Content Placeholder 2">
            <a:extLst>
              <a:ext uri="{FF2B5EF4-FFF2-40B4-BE49-F238E27FC236}">
                <a16:creationId xmlns:a16="http://schemas.microsoft.com/office/drawing/2014/main" id="{EED2CBAD-A6ED-D5AE-AB0E-9EBB98C38A29}"/>
              </a:ext>
            </a:extLst>
          </p:cNvPr>
          <p:cNvGraphicFramePr>
            <a:graphicFrameLocks noGrp="1"/>
          </p:cNvGraphicFramePr>
          <p:nvPr>
            <p:ph idx="1"/>
            <p:extLst>
              <p:ext uri="{D42A27DB-BD31-4B8C-83A1-F6EECF244321}">
                <p14:modId xmlns:p14="http://schemas.microsoft.com/office/powerpoint/2010/main" val="222074837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7CBB8FE2-C124-B9D0-4BCF-F3EE4E40E73C}"/>
              </a:ext>
            </a:extLst>
          </p:cNvPr>
          <p:cNvSpPr>
            <a:spLocks noGrp="1"/>
          </p:cNvSpPr>
          <p:nvPr>
            <p:ph type="sldNum" sz="quarter" idx="12"/>
          </p:nvPr>
        </p:nvSpPr>
        <p:spPr/>
        <p:txBody>
          <a:bodyPr/>
          <a:lstStyle/>
          <a:p>
            <a:fld id="{68CAD9A9-ECDE-499A-AB88-9B2C4821F3EA}" type="slidenum">
              <a:rPr lang="en-PK" smtClean="0"/>
              <a:t>19</a:t>
            </a:fld>
            <a:endParaRPr lang="en-PK"/>
          </a:p>
        </p:txBody>
      </p:sp>
    </p:spTree>
    <p:extLst>
      <p:ext uri="{BB962C8B-B14F-4D97-AF65-F5344CB8AC3E}">
        <p14:creationId xmlns:p14="http://schemas.microsoft.com/office/powerpoint/2010/main" val="29436478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8A961D-E021-A9AB-220A-437D2AE52834}"/>
              </a:ext>
            </a:extLst>
          </p:cNvPr>
          <p:cNvSpPr>
            <a:spLocks noGrp="1"/>
          </p:cNvSpPr>
          <p:nvPr>
            <p:ph type="title"/>
          </p:nvPr>
        </p:nvSpPr>
        <p:spPr>
          <a:xfrm>
            <a:off x="293232" y="2967815"/>
            <a:ext cx="3451346" cy="1207519"/>
          </a:xfrm>
        </p:spPr>
        <p:txBody>
          <a:bodyPr anchor="b">
            <a:normAutofit/>
          </a:bodyPr>
          <a:lstStyle/>
          <a:p>
            <a:r>
              <a:rPr lang="en-PK" sz="3600" b="1" dirty="0">
                <a:solidFill>
                  <a:srgbClr val="FFFFFF"/>
                </a:solidFill>
              </a:rPr>
              <a:t>Climate Change Impact</a:t>
            </a:r>
            <a:endParaRPr lang="en-PK" sz="3600" dirty="0">
              <a:solidFill>
                <a:srgbClr val="FFFFFF"/>
              </a:solidFill>
            </a:endParaRPr>
          </a:p>
        </p:txBody>
      </p:sp>
      <p:graphicFrame>
        <p:nvGraphicFramePr>
          <p:cNvPr id="5" name="Content Placeholder 2">
            <a:extLst>
              <a:ext uri="{FF2B5EF4-FFF2-40B4-BE49-F238E27FC236}">
                <a16:creationId xmlns:a16="http://schemas.microsoft.com/office/drawing/2014/main" id="{9C1407D5-5C3A-080B-A55C-73A72D9AAA2D}"/>
              </a:ext>
            </a:extLst>
          </p:cNvPr>
          <p:cNvGraphicFramePr>
            <a:graphicFrameLocks noGrp="1"/>
          </p:cNvGraphicFramePr>
          <p:nvPr>
            <p:ph idx="1"/>
            <p:extLst>
              <p:ext uri="{D42A27DB-BD31-4B8C-83A1-F6EECF244321}">
                <p14:modId xmlns:p14="http://schemas.microsoft.com/office/powerpoint/2010/main" val="2837232519"/>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What Is Climate Change? | United Nations">
            <a:extLst>
              <a:ext uri="{FF2B5EF4-FFF2-40B4-BE49-F238E27FC236}">
                <a16:creationId xmlns:a16="http://schemas.microsoft.com/office/drawing/2014/main" id="{E7FC087C-F77B-D920-EF28-DC6FC7C6A28C}"/>
              </a:ext>
            </a:extLst>
          </p:cNvPr>
          <p:cNvPicPr>
            <a:picLocks noChangeAspect="1"/>
          </p:cNvPicPr>
          <p:nvPr/>
        </p:nvPicPr>
        <p:blipFill>
          <a:blip r:embed="rId8"/>
          <a:stretch>
            <a:fillRect/>
          </a:stretch>
        </p:blipFill>
        <p:spPr>
          <a:xfrm>
            <a:off x="788271" y="887632"/>
            <a:ext cx="2461269" cy="1381115"/>
          </a:xfrm>
          <a:prstGeom prst="rect">
            <a:avLst/>
          </a:prstGeom>
          <a:ln>
            <a:noFill/>
          </a:ln>
          <a:effectLst>
            <a:softEdge rad="112500"/>
          </a:effectLst>
        </p:spPr>
      </p:pic>
      <p:pic>
        <p:nvPicPr>
          <p:cNvPr id="7" name="Picture 6">
            <a:extLst>
              <a:ext uri="{FF2B5EF4-FFF2-40B4-BE49-F238E27FC236}">
                <a16:creationId xmlns:a16="http://schemas.microsoft.com/office/drawing/2014/main" id="{C095BA36-6FB0-435A-0A62-17F80DA6C34E}"/>
              </a:ext>
            </a:extLst>
          </p:cNvPr>
          <p:cNvPicPr>
            <a:picLocks noChangeAspect="1"/>
          </p:cNvPicPr>
          <p:nvPr/>
        </p:nvPicPr>
        <p:blipFill>
          <a:blip r:embed="rId9"/>
          <a:srcRect t="62464" r="48370"/>
          <a:stretch>
            <a:fillRect/>
          </a:stretch>
        </p:blipFill>
        <p:spPr>
          <a:xfrm>
            <a:off x="4195297" y="740303"/>
            <a:ext cx="2524683" cy="1528444"/>
          </a:xfrm>
          <a:prstGeom prst="rect">
            <a:avLst/>
          </a:prstGeom>
        </p:spPr>
      </p:pic>
      <p:pic>
        <p:nvPicPr>
          <p:cNvPr id="14" name="Picture 13">
            <a:extLst>
              <a:ext uri="{FF2B5EF4-FFF2-40B4-BE49-F238E27FC236}">
                <a16:creationId xmlns:a16="http://schemas.microsoft.com/office/drawing/2014/main" id="{C86FB9F9-13F2-4217-5780-055CD5E4253C}"/>
              </a:ext>
            </a:extLst>
          </p:cNvPr>
          <p:cNvPicPr>
            <a:picLocks noChangeAspect="1"/>
          </p:cNvPicPr>
          <p:nvPr/>
        </p:nvPicPr>
        <p:blipFill>
          <a:blip r:embed="rId10"/>
          <a:stretch>
            <a:fillRect/>
          </a:stretch>
        </p:blipFill>
        <p:spPr>
          <a:xfrm>
            <a:off x="4255679" y="2725948"/>
            <a:ext cx="2450153" cy="1449386"/>
          </a:xfrm>
          <a:prstGeom prst="rect">
            <a:avLst/>
          </a:prstGeom>
        </p:spPr>
      </p:pic>
      <p:pic>
        <p:nvPicPr>
          <p:cNvPr id="18" name="Picture 17">
            <a:extLst>
              <a:ext uri="{FF2B5EF4-FFF2-40B4-BE49-F238E27FC236}">
                <a16:creationId xmlns:a16="http://schemas.microsoft.com/office/drawing/2014/main" id="{514AFD02-88D3-B771-A7B1-382F1AEAFE1A}"/>
              </a:ext>
            </a:extLst>
          </p:cNvPr>
          <p:cNvPicPr>
            <a:picLocks noChangeAspect="1"/>
          </p:cNvPicPr>
          <p:nvPr/>
        </p:nvPicPr>
        <p:blipFill>
          <a:blip r:embed="rId11"/>
          <a:stretch>
            <a:fillRect/>
          </a:stretch>
        </p:blipFill>
        <p:spPr>
          <a:xfrm>
            <a:off x="4195297" y="4632535"/>
            <a:ext cx="2450154" cy="1528444"/>
          </a:xfrm>
          <a:prstGeom prst="rect">
            <a:avLst/>
          </a:prstGeom>
        </p:spPr>
      </p:pic>
      <p:sp>
        <p:nvSpPr>
          <p:cNvPr id="20" name="Slide Number Placeholder 19">
            <a:extLst>
              <a:ext uri="{FF2B5EF4-FFF2-40B4-BE49-F238E27FC236}">
                <a16:creationId xmlns:a16="http://schemas.microsoft.com/office/drawing/2014/main" id="{A214A346-2CF5-3FC4-82C0-600C47334A0F}"/>
              </a:ext>
            </a:extLst>
          </p:cNvPr>
          <p:cNvSpPr>
            <a:spLocks noGrp="1"/>
          </p:cNvSpPr>
          <p:nvPr>
            <p:ph type="sldNum" sz="quarter" idx="12"/>
          </p:nvPr>
        </p:nvSpPr>
        <p:spPr/>
        <p:txBody>
          <a:bodyPr/>
          <a:lstStyle/>
          <a:p>
            <a:fld id="{68CAD9A9-ECDE-499A-AB88-9B2C4821F3EA}" type="slidenum">
              <a:rPr lang="en-PK" smtClean="0"/>
              <a:t>20</a:t>
            </a:fld>
            <a:endParaRPr lang="en-PK"/>
          </a:p>
        </p:txBody>
      </p:sp>
    </p:spTree>
    <p:extLst>
      <p:ext uri="{BB962C8B-B14F-4D97-AF65-F5344CB8AC3E}">
        <p14:creationId xmlns:p14="http://schemas.microsoft.com/office/powerpoint/2010/main" val="2540352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24F7045-1B8B-4422-9330-0BC8BF606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ED0B3BD-E968-4364-878A-47D3A6AEF0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AD86176B-179A-3948-BD76-4B47E7DA92B6}"/>
              </a:ext>
            </a:extLst>
          </p:cNvPr>
          <p:cNvPicPr>
            <a:picLocks noGrp="1" noChangeAspect="1"/>
          </p:cNvPicPr>
          <p:nvPr>
            <p:ph idx="1"/>
          </p:nvPr>
        </p:nvPicPr>
        <p:blipFill>
          <a:blip r:embed="rId3"/>
          <a:srcRect r="-1" b="15777"/>
          <a:stretch>
            <a:fillRect/>
          </a:stretch>
        </p:blipFill>
        <p:spPr>
          <a:xfrm>
            <a:off x="1141147" y="643467"/>
            <a:ext cx="9909705" cy="5571066"/>
          </a:xfrm>
          <a:prstGeom prst="rect">
            <a:avLst/>
          </a:prstGeom>
        </p:spPr>
      </p:pic>
      <p:sp>
        <p:nvSpPr>
          <p:cNvPr id="21" name="Rectangle 20">
            <a:extLst>
              <a:ext uri="{FF2B5EF4-FFF2-40B4-BE49-F238E27FC236}">
                <a16:creationId xmlns:a16="http://schemas.microsoft.com/office/drawing/2014/main" id="{C8E5BCBF-E5D0-444B-A584-4A5FF79F9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3347" y="482600"/>
            <a:ext cx="11240496" cy="5892800"/>
          </a:xfrm>
          <a:prstGeom prst="rect">
            <a:avLst/>
          </a:prstGeom>
          <a:no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9C78E7C-E01E-FB4B-BCDD-13A8A0A1367D}"/>
              </a:ext>
            </a:extLst>
          </p:cNvPr>
          <p:cNvSpPr txBox="1"/>
          <p:nvPr/>
        </p:nvSpPr>
        <p:spPr>
          <a:xfrm>
            <a:off x="1465780" y="111998"/>
            <a:ext cx="10642135" cy="369332"/>
          </a:xfrm>
          <a:prstGeom prst="rect">
            <a:avLst/>
          </a:prstGeom>
          <a:noFill/>
        </p:spPr>
        <p:txBody>
          <a:bodyPr wrap="square">
            <a:spAutoFit/>
          </a:bodyPr>
          <a:lstStyle/>
          <a:p>
            <a:r>
              <a:rPr lang="en-US" dirty="0"/>
              <a:t>Understanding the water cycle is the first step toward sustainable water management</a:t>
            </a:r>
            <a:endParaRPr lang="en-PK" dirty="0"/>
          </a:p>
        </p:txBody>
      </p:sp>
      <p:sp>
        <p:nvSpPr>
          <p:cNvPr id="14" name="Slide Number Placeholder 13">
            <a:extLst>
              <a:ext uri="{FF2B5EF4-FFF2-40B4-BE49-F238E27FC236}">
                <a16:creationId xmlns:a16="http://schemas.microsoft.com/office/drawing/2014/main" id="{F834292B-A685-07ED-F7AB-AC10E51C2313}"/>
              </a:ext>
            </a:extLst>
          </p:cNvPr>
          <p:cNvSpPr>
            <a:spLocks noGrp="1"/>
          </p:cNvSpPr>
          <p:nvPr>
            <p:ph type="sldNum" sz="quarter" idx="12"/>
          </p:nvPr>
        </p:nvSpPr>
        <p:spPr/>
        <p:txBody>
          <a:bodyPr/>
          <a:lstStyle/>
          <a:p>
            <a:fld id="{3A98EE3D-8CD1-4C3F-BD1C-C98C9596463C}" type="slidenum">
              <a:rPr lang="en-US" smtClean="0"/>
              <a:t>21</a:t>
            </a:fld>
            <a:endParaRPr lang="en-US" dirty="0"/>
          </a:p>
        </p:txBody>
      </p:sp>
      <p:pic>
        <p:nvPicPr>
          <p:cNvPr id="3" name="Picture 2">
            <a:extLst>
              <a:ext uri="{FF2B5EF4-FFF2-40B4-BE49-F238E27FC236}">
                <a16:creationId xmlns:a16="http://schemas.microsoft.com/office/drawing/2014/main" id="{3715ADE5-31DA-12F7-C4CE-9A8DE7024EF5}"/>
              </a:ext>
            </a:extLst>
          </p:cNvPr>
          <p:cNvPicPr>
            <a:picLocks noChangeAspect="1"/>
          </p:cNvPicPr>
          <p:nvPr/>
        </p:nvPicPr>
        <p:blipFill>
          <a:blip r:embed="rId4"/>
          <a:stretch>
            <a:fillRect/>
          </a:stretch>
        </p:blipFill>
        <p:spPr>
          <a:xfrm>
            <a:off x="6200468" y="3318641"/>
            <a:ext cx="354386" cy="841076"/>
          </a:xfrm>
          <a:prstGeom prst="rect">
            <a:avLst/>
          </a:prstGeom>
        </p:spPr>
      </p:pic>
      <p:sp>
        <p:nvSpPr>
          <p:cNvPr id="4" name="TextBox 3">
            <a:extLst>
              <a:ext uri="{FF2B5EF4-FFF2-40B4-BE49-F238E27FC236}">
                <a16:creationId xmlns:a16="http://schemas.microsoft.com/office/drawing/2014/main" id="{2107B7A7-4369-A82D-238A-A2BF537432D8}"/>
              </a:ext>
            </a:extLst>
          </p:cNvPr>
          <p:cNvSpPr txBox="1"/>
          <p:nvPr/>
        </p:nvSpPr>
        <p:spPr>
          <a:xfrm>
            <a:off x="5660330" y="3090446"/>
            <a:ext cx="1434662" cy="338554"/>
          </a:xfrm>
          <a:prstGeom prst="rect">
            <a:avLst/>
          </a:prstGeom>
          <a:noFill/>
        </p:spPr>
        <p:txBody>
          <a:bodyPr wrap="square" rtlCol="0">
            <a:spAutoFit/>
          </a:bodyPr>
          <a:lstStyle/>
          <a:p>
            <a:r>
              <a:rPr lang="en-US" sz="1600" dirty="0"/>
              <a:t>Transpiration</a:t>
            </a:r>
            <a:endParaRPr lang="en-PK" sz="1600" dirty="0"/>
          </a:p>
        </p:txBody>
      </p:sp>
    </p:spTree>
    <p:extLst>
      <p:ext uri="{BB962C8B-B14F-4D97-AF65-F5344CB8AC3E}">
        <p14:creationId xmlns:p14="http://schemas.microsoft.com/office/powerpoint/2010/main" val="1029652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D32A07D-C646-4CC0-BA93-76707E70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B43E5D-FDA6-50CD-B9E0-D99F34EBEFF6}"/>
              </a:ext>
            </a:extLst>
          </p:cNvPr>
          <p:cNvSpPr>
            <a:spLocks noGrp="1"/>
          </p:cNvSpPr>
          <p:nvPr>
            <p:ph type="title"/>
          </p:nvPr>
        </p:nvSpPr>
        <p:spPr>
          <a:xfrm>
            <a:off x="7947377" y="835383"/>
            <a:ext cx="3382832" cy="3499549"/>
          </a:xfrm>
        </p:spPr>
        <p:txBody>
          <a:bodyPr vert="horz" lIns="91440" tIns="45720" rIns="91440" bIns="45720" rtlCol="0" anchor="b">
            <a:normAutofit/>
          </a:bodyPr>
          <a:lstStyle/>
          <a:p>
            <a:pPr algn="l"/>
            <a:r>
              <a:rPr lang="en-US" sz="4200"/>
              <a:t>Global Water Cycle is a Complex System!!!</a:t>
            </a:r>
          </a:p>
        </p:txBody>
      </p:sp>
      <p:pic>
        <p:nvPicPr>
          <p:cNvPr id="6" name="Content Placeholder 5">
            <a:extLst>
              <a:ext uri="{FF2B5EF4-FFF2-40B4-BE49-F238E27FC236}">
                <a16:creationId xmlns:a16="http://schemas.microsoft.com/office/drawing/2014/main" id="{3AE1B2F4-89CB-3621-5221-80CCD67A4B03}"/>
              </a:ext>
            </a:extLst>
          </p:cNvPr>
          <p:cNvPicPr>
            <a:picLocks noGrp="1" noChangeAspect="1"/>
          </p:cNvPicPr>
          <p:nvPr>
            <p:ph idx="1"/>
          </p:nvPr>
        </p:nvPicPr>
        <p:blipFill>
          <a:blip r:embed="rId3"/>
          <a:srcRect l="3208" r="5293" b="2"/>
          <a:stretch>
            <a:fillRect/>
          </a:stretch>
        </p:blipFill>
        <p:spPr>
          <a:xfrm>
            <a:off x="-1" y="10"/>
            <a:ext cx="7537704" cy="6857990"/>
          </a:xfrm>
          <a:prstGeom prst="rect">
            <a:avLst/>
          </a:prstGeom>
        </p:spPr>
      </p:pic>
      <p:sp>
        <p:nvSpPr>
          <p:cNvPr id="4" name="Slide Number Placeholder 3">
            <a:extLst>
              <a:ext uri="{FF2B5EF4-FFF2-40B4-BE49-F238E27FC236}">
                <a16:creationId xmlns:a16="http://schemas.microsoft.com/office/drawing/2014/main" id="{9B4CD225-BD18-1B99-FEC1-25C9E54FFF94}"/>
              </a:ext>
            </a:extLst>
          </p:cNvPr>
          <p:cNvSpPr>
            <a:spLocks noGrp="1"/>
          </p:cNvSpPr>
          <p:nvPr>
            <p:ph type="sldNum" sz="quarter" idx="12"/>
          </p:nvPr>
        </p:nvSpPr>
        <p:spPr>
          <a:xfrm>
            <a:off x="10514011" y="5883275"/>
            <a:ext cx="753545" cy="365125"/>
          </a:xfrm>
        </p:spPr>
        <p:txBody>
          <a:bodyPr vert="horz" lIns="91440" tIns="45720" rIns="91440" bIns="45720" rtlCol="0" anchor="ctr">
            <a:normAutofit/>
          </a:bodyPr>
          <a:lstStyle/>
          <a:p>
            <a:pPr>
              <a:spcAft>
                <a:spcPts val="600"/>
              </a:spcAft>
            </a:pPr>
            <a:fld id="{3A98EE3D-8CD1-4C3F-BD1C-C98C9596463C}" type="slidenum">
              <a:rPr lang="en-US" sz="1000" smtClean="0"/>
              <a:pPr>
                <a:spcAft>
                  <a:spcPts val="600"/>
                </a:spcAft>
              </a:pPr>
              <a:t>22</a:t>
            </a:fld>
            <a:endParaRPr lang="en-US" sz="1000"/>
          </a:p>
        </p:txBody>
      </p:sp>
    </p:spTree>
    <p:extLst>
      <p:ext uri="{BB962C8B-B14F-4D97-AF65-F5344CB8AC3E}">
        <p14:creationId xmlns:p14="http://schemas.microsoft.com/office/powerpoint/2010/main" val="3800512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DF36D-F155-40F6-BAC9-88BC6528D827}"/>
              </a:ext>
            </a:extLst>
          </p:cNvPr>
          <p:cNvSpPr>
            <a:spLocks noGrp="1"/>
          </p:cNvSpPr>
          <p:nvPr>
            <p:ph type="title"/>
          </p:nvPr>
        </p:nvSpPr>
        <p:spPr>
          <a:xfrm>
            <a:off x="429702" y="540443"/>
            <a:ext cx="5825102" cy="718423"/>
          </a:xfrm>
        </p:spPr>
        <p:txBody>
          <a:bodyPr>
            <a:normAutofit/>
          </a:bodyPr>
          <a:lstStyle/>
          <a:p>
            <a:pPr algn="l"/>
            <a:r>
              <a:rPr lang="en-US" sz="4000" b="1" dirty="0"/>
              <a:t>Water Management</a:t>
            </a:r>
            <a:endParaRPr lang="en-PK" sz="4000" b="1" dirty="0"/>
          </a:p>
        </p:txBody>
      </p:sp>
      <p:sp>
        <p:nvSpPr>
          <p:cNvPr id="3" name="Content Placeholder 2">
            <a:extLst>
              <a:ext uri="{FF2B5EF4-FFF2-40B4-BE49-F238E27FC236}">
                <a16:creationId xmlns:a16="http://schemas.microsoft.com/office/drawing/2014/main" id="{7A9D22E2-D93D-C971-D2EE-433A1D30A520}"/>
              </a:ext>
            </a:extLst>
          </p:cNvPr>
          <p:cNvSpPr>
            <a:spLocks noGrp="1"/>
          </p:cNvSpPr>
          <p:nvPr>
            <p:ph idx="1"/>
          </p:nvPr>
        </p:nvSpPr>
        <p:spPr>
          <a:xfrm>
            <a:off x="552646" y="1816274"/>
            <a:ext cx="5702158" cy="4284354"/>
          </a:xfrm>
        </p:spPr>
        <p:txBody>
          <a:bodyPr/>
          <a:lstStyle/>
          <a:p>
            <a:pPr marL="36900" indent="0">
              <a:buNone/>
            </a:pPr>
            <a:r>
              <a:rPr lang="en-US" b="1" dirty="0">
                <a:solidFill>
                  <a:srgbClr val="0070C0"/>
                </a:solidFill>
              </a:rPr>
              <a:t>Discuss!!!</a:t>
            </a:r>
          </a:p>
          <a:p>
            <a:pPr marL="494100" indent="-457200">
              <a:buFont typeface="+mj-lt"/>
              <a:buAutoNum type="arabicPeriod"/>
            </a:pPr>
            <a:r>
              <a:rPr lang="en-US" dirty="0"/>
              <a:t>What are the causes of water scarcity and their impacts?</a:t>
            </a:r>
          </a:p>
          <a:p>
            <a:pPr marL="494100" indent="-457200">
              <a:buFont typeface="+mj-lt"/>
              <a:buAutoNum type="arabicPeriod"/>
            </a:pPr>
            <a:r>
              <a:rPr lang="en-US" dirty="0"/>
              <a:t>How to optimize? </a:t>
            </a:r>
          </a:p>
          <a:p>
            <a:pPr marL="494100" indent="-457200">
              <a:buFont typeface="+mj-lt"/>
              <a:buAutoNum type="arabicPeriod"/>
            </a:pPr>
            <a:r>
              <a:rPr lang="en-US" dirty="0"/>
              <a:t>How to minimize uncertainty?</a:t>
            </a:r>
          </a:p>
          <a:p>
            <a:endParaRPr lang="en-PK" dirty="0"/>
          </a:p>
        </p:txBody>
      </p:sp>
      <p:pic>
        <p:nvPicPr>
          <p:cNvPr id="5" name="Picture 4">
            <a:extLst>
              <a:ext uri="{FF2B5EF4-FFF2-40B4-BE49-F238E27FC236}">
                <a16:creationId xmlns:a16="http://schemas.microsoft.com/office/drawing/2014/main" id="{E7DC797E-3825-837F-7238-499E13D60CC1}"/>
              </a:ext>
            </a:extLst>
          </p:cNvPr>
          <p:cNvPicPr>
            <a:picLocks noChangeAspect="1"/>
          </p:cNvPicPr>
          <p:nvPr/>
        </p:nvPicPr>
        <p:blipFill>
          <a:blip r:embed="rId3"/>
          <a:stretch>
            <a:fillRect/>
          </a:stretch>
        </p:blipFill>
        <p:spPr>
          <a:xfrm>
            <a:off x="6311171" y="2786501"/>
            <a:ext cx="5714219" cy="3214248"/>
          </a:xfrm>
          <a:prstGeom prst="rect">
            <a:avLst/>
          </a:prstGeom>
          <a:ln>
            <a:noFill/>
          </a:ln>
          <a:effectLst>
            <a:outerShdw blurRad="292100" dist="139700" dir="2700000" algn="tl" rotWithShape="0">
              <a:srgbClr val="333333">
                <a:alpha val="65000"/>
              </a:srgbClr>
            </a:outerShdw>
          </a:effectLst>
        </p:spPr>
      </p:pic>
      <p:sp>
        <p:nvSpPr>
          <p:cNvPr id="6" name="Slide Number Placeholder 5">
            <a:extLst>
              <a:ext uri="{FF2B5EF4-FFF2-40B4-BE49-F238E27FC236}">
                <a16:creationId xmlns:a16="http://schemas.microsoft.com/office/drawing/2014/main" id="{A7A522B1-87A7-6C2F-1DCF-34208A7FBFD8}"/>
              </a:ext>
            </a:extLst>
          </p:cNvPr>
          <p:cNvSpPr>
            <a:spLocks noGrp="1"/>
          </p:cNvSpPr>
          <p:nvPr>
            <p:ph type="sldNum" sz="quarter" idx="12"/>
          </p:nvPr>
        </p:nvSpPr>
        <p:spPr/>
        <p:txBody>
          <a:bodyPr/>
          <a:lstStyle/>
          <a:p>
            <a:fld id="{3A98EE3D-8CD1-4C3F-BD1C-C98C9596463C}" type="slidenum">
              <a:rPr lang="en-US" smtClean="0"/>
              <a:t>23</a:t>
            </a:fld>
            <a:endParaRPr lang="en-US" dirty="0"/>
          </a:p>
        </p:txBody>
      </p:sp>
    </p:spTree>
    <p:extLst>
      <p:ext uri="{BB962C8B-B14F-4D97-AF65-F5344CB8AC3E}">
        <p14:creationId xmlns:p14="http://schemas.microsoft.com/office/powerpoint/2010/main" val="1547314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E70A317-DCED-4E80-AA2D-467D8702E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45A742-BB06-0BA8-6504-C0D0467EA4C2}"/>
              </a:ext>
            </a:extLst>
          </p:cNvPr>
          <p:cNvSpPr>
            <a:spLocks noGrp="1"/>
          </p:cNvSpPr>
          <p:nvPr>
            <p:ph type="title"/>
          </p:nvPr>
        </p:nvSpPr>
        <p:spPr>
          <a:xfrm>
            <a:off x="861791" y="835383"/>
            <a:ext cx="3382832" cy="3499549"/>
          </a:xfrm>
        </p:spPr>
        <p:txBody>
          <a:bodyPr vert="horz" lIns="91440" tIns="45720" rIns="91440" bIns="45720" rtlCol="0" anchor="b">
            <a:normAutofit/>
          </a:bodyPr>
          <a:lstStyle/>
          <a:p>
            <a:pPr algn="l"/>
            <a:r>
              <a:rPr lang="en-US" sz="4200"/>
              <a:t>Global Water Distribution</a:t>
            </a:r>
          </a:p>
        </p:txBody>
      </p:sp>
      <p:sp>
        <p:nvSpPr>
          <p:cNvPr id="13" name="Rectangle 12">
            <a:extLst>
              <a:ext uri="{FF2B5EF4-FFF2-40B4-BE49-F238E27FC236}">
                <a16:creationId xmlns:a16="http://schemas.microsoft.com/office/drawing/2014/main" id="{A6D87845-294F-40CB-BC48-46455460D2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5671" y="0"/>
            <a:ext cx="753632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C69CE76-1F7F-5C36-4B50-DD9C9D903841}"/>
              </a:ext>
            </a:extLst>
          </p:cNvPr>
          <p:cNvPicPr>
            <a:picLocks noChangeAspect="1"/>
          </p:cNvPicPr>
          <p:nvPr/>
        </p:nvPicPr>
        <p:blipFill>
          <a:blip r:embed="rId3"/>
          <a:stretch>
            <a:fillRect/>
          </a:stretch>
        </p:blipFill>
        <p:spPr>
          <a:xfrm>
            <a:off x="5808156" y="609600"/>
            <a:ext cx="5229986" cy="5638800"/>
          </a:xfrm>
          <a:prstGeom prst="rect">
            <a:avLst/>
          </a:prstGeom>
        </p:spPr>
      </p:pic>
      <p:sp>
        <p:nvSpPr>
          <p:cNvPr id="4" name="Slide Number Placeholder 3">
            <a:extLst>
              <a:ext uri="{FF2B5EF4-FFF2-40B4-BE49-F238E27FC236}">
                <a16:creationId xmlns:a16="http://schemas.microsoft.com/office/drawing/2014/main" id="{CD5D7EDB-5C96-B94F-62A7-83C3D9D0EC45}"/>
              </a:ext>
            </a:extLst>
          </p:cNvPr>
          <p:cNvSpPr>
            <a:spLocks noGrp="1"/>
          </p:cNvSpPr>
          <p:nvPr>
            <p:ph type="sldNum" sz="quarter" idx="12"/>
          </p:nvPr>
        </p:nvSpPr>
        <p:spPr>
          <a:xfrm>
            <a:off x="10514011" y="6310313"/>
            <a:ext cx="753545" cy="365125"/>
          </a:xfrm>
        </p:spPr>
        <p:txBody>
          <a:bodyPr vert="horz" lIns="91440" tIns="45720" rIns="91440" bIns="45720" rtlCol="0" anchor="ctr">
            <a:normAutofit/>
          </a:bodyPr>
          <a:lstStyle/>
          <a:p>
            <a:pPr>
              <a:spcAft>
                <a:spcPts val="600"/>
              </a:spcAft>
            </a:pPr>
            <a:fld id="{3A98EE3D-8CD1-4C3F-BD1C-C98C9596463C}" type="slidenum">
              <a:rPr lang="en-US" sz="1000">
                <a:solidFill>
                  <a:schemeClr val="bg1">
                    <a:lumMod val="85000"/>
                    <a:lumOff val="15000"/>
                  </a:schemeClr>
                </a:solidFill>
              </a:rPr>
              <a:pPr>
                <a:spcAft>
                  <a:spcPts val="600"/>
                </a:spcAft>
              </a:pPr>
              <a:t>24</a:t>
            </a:fld>
            <a:endParaRPr lang="en-US" sz="1000">
              <a:solidFill>
                <a:schemeClr val="bg1">
                  <a:lumMod val="85000"/>
                  <a:lumOff val="15000"/>
                </a:schemeClr>
              </a:solidFill>
            </a:endParaRPr>
          </a:p>
        </p:txBody>
      </p:sp>
    </p:spTree>
    <p:extLst>
      <p:ext uri="{BB962C8B-B14F-4D97-AF65-F5344CB8AC3E}">
        <p14:creationId xmlns:p14="http://schemas.microsoft.com/office/powerpoint/2010/main" val="35244625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24F7045-1B8B-4422-9330-0BC8BF606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ED0B3BD-E968-4364-878A-47D3A6AEF0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142901F-B3A5-32A7-3046-E38541FC0D15}"/>
              </a:ext>
            </a:extLst>
          </p:cNvPr>
          <p:cNvPicPr>
            <a:picLocks noChangeAspect="1"/>
          </p:cNvPicPr>
          <p:nvPr/>
        </p:nvPicPr>
        <p:blipFill>
          <a:blip r:embed="rId4"/>
          <a:stretch>
            <a:fillRect/>
          </a:stretch>
        </p:blipFill>
        <p:spPr>
          <a:xfrm>
            <a:off x="1194911" y="192101"/>
            <a:ext cx="9750376" cy="6508376"/>
          </a:xfrm>
          <a:prstGeom prst="rect">
            <a:avLst/>
          </a:prstGeom>
        </p:spPr>
      </p:pic>
      <p:sp>
        <p:nvSpPr>
          <p:cNvPr id="14" name="Rectangle 13">
            <a:extLst>
              <a:ext uri="{FF2B5EF4-FFF2-40B4-BE49-F238E27FC236}">
                <a16:creationId xmlns:a16="http://schemas.microsoft.com/office/drawing/2014/main" id="{C8E5BCBF-E5D0-444B-A584-4A5FF79F9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3347" y="482600"/>
            <a:ext cx="11240496" cy="5892800"/>
          </a:xfrm>
          <a:prstGeom prst="rect">
            <a:avLst/>
          </a:prstGeom>
          <a:no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885AD21-1504-E2EE-1575-C8497FBCBA5D}"/>
              </a:ext>
            </a:extLst>
          </p:cNvPr>
          <p:cNvSpPr/>
          <p:nvPr/>
        </p:nvSpPr>
        <p:spPr>
          <a:xfrm>
            <a:off x="1346162" y="3342553"/>
            <a:ext cx="1796608" cy="1191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pic>
        <p:nvPicPr>
          <p:cNvPr id="8" name="Picture 7">
            <a:extLst>
              <a:ext uri="{FF2B5EF4-FFF2-40B4-BE49-F238E27FC236}">
                <a16:creationId xmlns:a16="http://schemas.microsoft.com/office/drawing/2014/main" id="{D721A7BF-CEE9-90E7-30E9-F9CD5419D252}"/>
              </a:ext>
            </a:extLst>
          </p:cNvPr>
          <p:cNvPicPr>
            <a:picLocks noChangeAspect="1"/>
          </p:cNvPicPr>
          <p:nvPr/>
        </p:nvPicPr>
        <p:blipFill>
          <a:blip r:embed="rId5"/>
          <a:stretch>
            <a:fillRect/>
          </a:stretch>
        </p:blipFill>
        <p:spPr>
          <a:xfrm>
            <a:off x="5090629" y="3320371"/>
            <a:ext cx="1810669" cy="1213209"/>
          </a:xfrm>
          <a:prstGeom prst="rect">
            <a:avLst/>
          </a:prstGeom>
        </p:spPr>
      </p:pic>
      <p:pic>
        <p:nvPicPr>
          <p:cNvPr id="11" name="Picture 10">
            <a:extLst>
              <a:ext uri="{FF2B5EF4-FFF2-40B4-BE49-F238E27FC236}">
                <a16:creationId xmlns:a16="http://schemas.microsoft.com/office/drawing/2014/main" id="{3F2538CB-5942-AA55-0311-33691E47B8CD}"/>
              </a:ext>
            </a:extLst>
          </p:cNvPr>
          <p:cNvPicPr>
            <a:picLocks noChangeAspect="1"/>
          </p:cNvPicPr>
          <p:nvPr/>
        </p:nvPicPr>
        <p:blipFill>
          <a:blip r:embed="rId5"/>
          <a:stretch>
            <a:fillRect/>
          </a:stretch>
        </p:blipFill>
        <p:spPr>
          <a:xfrm>
            <a:off x="3197874" y="3331462"/>
            <a:ext cx="1796608" cy="1213209"/>
          </a:xfrm>
          <a:prstGeom prst="rect">
            <a:avLst/>
          </a:prstGeom>
        </p:spPr>
      </p:pic>
      <p:pic>
        <p:nvPicPr>
          <p:cNvPr id="17" name="Picture 16">
            <a:extLst>
              <a:ext uri="{FF2B5EF4-FFF2-40B4-BE49-F238E27FC236}">
                <a16:creationId xmlns:a16="http://schemas.microsoft.com/office/drawing/2014/main" id="{17D3781F-F3F4-681A-724B-8B16E154D66A}"/>
              </a:ext>
            </a:extLst>
          </p:cNvPr>
          <p:cNvPicPr>
            <a:picLocks noChangeAspect="1"/>
          </p:cNvPicPr>
          <p:nvPr/>
        </p:nvPicPr>
        <p:blipFill>
          <a:blip r:embed="rId5"/>
          <a:stretch>
            <a:fillRect/>
          </a:stretch>
        </p:blipFill>
        <p:spPr>
          <a:xfrm>
            <a:off x="6956402" y="3317831"/>
            <a:ext cx="1810669" cy="1213209"/>
          </a:xfrm>
          <a:prstGeom prst="rect">
            <a:avLst/>
          </a:prstGeom>
        </p:spPr>
      </p:pic>
      <p:pic>
        <p:nvPicPr>
          <p:cNvPr id="19" name="Picture 18">
            <a:extLst>
              <a:ext uri="{FF2B5EF4-FFF2-40B4-BE49-F238E27FC236}">
                <a16:creationId xmlns:a16="http://schemas.microsoft.com/office/drawing/2014/main" id="{C2701082-C89B-4374-ECC9-9541227F65AB}"/>
              </a:ext>
            </a:extLst>
          </p:cNvPr>
          <p:cNvPicPr>
            <a:picLocks noChangeAspect="1"/>
          </p:cNvPicPr>
          <p:nvPr/>
        </p:nvPicPr>
        <p:blipFill>
          <a:blip r:embed="rId5"/>
          <a:stretch>
            <a:fillRect/>
          </a:stretch>
        </p:blipFill>
        <p:spPr>
          <a:xfrm>
            <a:off x="8863218" y="3317830"/>
            <a:ext cx="1982620" cy="1213209"/>
          </a:xfrm>
          <a:prstGeom prst="rect">
            <a:avLst/>
          </a:prstGeom>
        </p:spPr>
      </p:pic>
      <p:pic>
        <p:nvPicPr>
          <p:cNvPr id="21" name="Picture 20">
            <a:extLst>
              <a:ext uri="{FF2B5EF4-FFF2-40B4-BE49-F238E27FC236}">
                <a16:creationId xmlns:a16="http://schemas.microsoft.com/office/drawing/2014/main" id="{A6042511-F10F-C8AB-B539-8D17958726A7}"/>
              </a:ext>
            </a:extLst>
          </p:cNvPr>
          <p:cNvPicPr>
            <a:picLocks noChangeAspect="1"/>
          </p:cNvPicPr>
          <p:nvPr/>
        </p:nvPicPr>
        <p:blipFill>
          <a:blip r:embed="rId5"/>
          <a:stretch>
            <a:fillRect/>
          </a:stretch>
        </p:blipFill>
        <p:spPr>
          <a:xfrm>
            <a:off x="3197874" y="1270349"/>
            <a:ext cx="1810669" cy="2047481"/>
          </a:xfrm>
          <a:prstGeom prst="rect">
            <a:avLst/>
          </a:prstGeom>
        </p:spPr>
      </p:pic>
      <p:pic>
        <p:nvPicPr>
          <p:cNvPr id="23" name="Picture 22">
            <a:extLst>
              <a:ext uri="{FF2B5EF4-FFF2-40B4-BE49-F238E27FC236}">
                <a16:creationId xmlns:a16="http://schemas.microsoft.com/office/drawing/2014/main" id="{6CDC119C-200E-6F75-1799-53A58C96B4DC}"/>
              </a:ext>
            </a:extLst>
          </p:cNvPr>
          <p:cNvPicPr>
            <a:picLocks noChangeAspect="1"/>
          </p:cNvPicPr>
          <p:nvPr/>
        </p:nvPicPr>
        <p:blipFill>
          <a:blip r:embed="rId6"/>
          <a:stretch>
            <a:fillRect/>
          </a:stretch>
        </p:blipFill>
        <p:spPr>
          <a:xfrm>
            <a:off x="5084168" y="1283028"/>
            <a:ext cx="1810669" cy="2034802"/>
          </a:xfrm>
          <a:prstGeom prst="rect">
            <a:avLst/>
          </a:prstGeom>
        </p:spPr>
      </p:pic>
      <p:pic>
        <p:nvPicPr>
          <p:cNvPr id="25" name="Picture 24">
            <a:extLst>
              <a:ext uri="{FF2B5EF4-FFF2-40B4-BE49-F238E27FC236}">
                <a16:creationId xmlns:a16="http://schemas.microsoft.com/office/drawing/2014/main" id="{F4DA3389-4A1F-2352-88AA-95417F2C734C}"/>
              </a:ext>
            </a:extLst>
          </p:cNvPr>
          <p:cNvPicPr>
            <a:picLocks noChangeAspect="1"/>
          </p:cNvPicPr>
          <p:nvPr/>
        </p:nvPicPr>
        <p:blipFill>
          <a:blip r:embed="rId5"/>
          <a:stretch>
            <a:fillRect/>
          </a:stretch>
        </p:blipFill>
        <p:spPr>
          <a:xfrm>
            <a:off x="6956402" y="1270349"/>
            <a:ext cx="1810669" cy="2047481"/>
          </a:xfrm>
          <a:prstGeom prst="rect">
            <a:avLst/>
          </a:prstGeom>
        </p:spPr>
      </p:pic>
      <p:pic>
        <p:nvPicPr>
          <p:cNvPr id="27" name="Picture 26">
            <a:extLst>
              <a:ext uri="{FF2B5EF4-FFF2-40B4-BE49-F238E27FC236}">
                <a16:creationId xmlns:a16="http://schemas.microsoft.com/office/drawing/2014/main" id="{8185550B-D7F0-BC7A-59A4-E467009EC964}"/>
              </a:ext>
            </a:extLst>
          </p:cNvPr>
          <p:cNvPicPr>
            <a:picLocks noChangeAspect="1"/>
          </p:cNvPicPr>
          <p:nvPr/>
        </p:nvPicPr>
        <p:blipFill>
          <a:blip r:embed="rId6"/>
          <a:stretch>
            <a:fillRect/>
          </a:stretch>
        </p:blipFill>
        <p:spPr>
          <a:xfrm>
            <a:off x="8873883" y="1266856"/>
            <a:ext cx="1933798" cy="2048434"/>
          </a:xfrm>
          <a:prstGeom prst="rect">
            <a:avLst/>
          </a:prstGeom>
        </p:spPr>
      </p:pic>
      <p:pic>
        <p:nvPicPr>
          <p:cNvPr id="29" name="Picture 28">
            <a:extLst>
              <a:ext uri="{FF2B5EF4-FFF2-40B4-BE49-F238E27FC236}">
                <a16:creationId xmlns:a16="http://schemas.microsoft.com/office/drawing/2014/main" id="{52D91270-6C84-8F2F-1915-1906C88F8795}"/>
              </a:ext>
            </a:extLst>
          </p:cNvPr>
          <p:cNvPicPr>
            <a:picLocks noChangeAspect="1"/>
          </p:cNvPicPr>
          <p:nvPr/>
        </p:nvPicPr>
        <p:blipFill>
          <a:blip r:embed="rId6"/>
          <a:stretch>
            <a:fillRect/>
          </a:stretch>
        </p:blipFill>
        <p:spPr>
          <a:xfrm>
            <a:off x="1246713" y="4535046"/>
            <a:ext cx="6369792" cy="1615474"/>
          </a:xfrm>
          <a:prstGeom prst="rect">
            <a:avLst/>
          </a:prstGeom>
        </p:spPr>
      </p:pic>
      <p:pic>
        <p:nvPicPr>
          <p:cNvPr id="31" name="Picture 30">
            <a:extLst>
              <a:ext uri="{FF2B5EF4-FFF2-40B4-BE49-F238E27FC236}">
                <a16:creationId xmlns:a16="http://schemas.microsoft.com/office/drawing/2014/main" id="{0143E42C-7E0D-3736-2C3E-52AA613816B2}"/>
              </a:ext>
            </a:extLst>
          </p:cNvPr>
          <p:cNvPicPr>
            <a:picLocks noChangeAspect="1"/>
          </p:cNvPicPr>
          <p:nvPr/>
        </p:nvPicPr>
        <p:blipFill>
          <a:blip r:embed="rId6"/>
          <a:stretch>
            <a:fillRect/>
          </a:stretch>
        </p:blipFill>
        <p:spPr>
          <a:xfrm>
            <a:off x="7622840" y="4544671"/>
            <a:ext cx="3222998" cy="1605849"/>
          </a:xfrm>
          <a:prstGeom prst="rect">
            <a:avLst/>
          </a:prstGeom>
        </p:spPr>
      </p:pic>
      <p:sp>
        <p:nvSpPr>
          <p:cNvPr id="34" name="Slide Number Placeholder 33">
            <a:extLst>
              <a:ext uri="{FF2B5EF4-FFF2-40B4-BE49-F238E27FC236}">
                <a16:creationId xmlns:a16="http://schemas.microsoft.com/office/drawing/2014/main" id="{89DECA32-9F6E-7EDB-6F07-6370B0616E31}"/>
              </a:ext>
            </a:extLst>
          </p:cNvPr>
          <p:cNvSpPr>
            <a:spLocks noGrp="1"/>
          </p:cNvSpPr>
          <p:nvPr>
            <p:ph type="sldNum" sz="quarter" idx="12"/>
          </p:nvPr>
        </p:nvSpPr>
        <p:spPr/>
        <p:txBody>
          <a:bodyPr/>
          <a:lstStyle/>
          <a:p>
            <a:fld id="{3A98EE3D-8CD1-4C3F-BD1C-C98C9596463C}" type="slidenum">
              <a:rPr lang="en-US" smtClean="0"/>
              <a:t>25</a:t>
            </a:fld>
            <a:endParaRPr lang="en-US" dirty="0"/>
          </a:p>
        </p:txBody>
      </p:sp>
    </p:spTree>
    <p:extLst>
      <p:ext uri="{BB962C8B-B14F-4D97-AF65-F5344CB8AC3E}">
        <p14:creationId xmlns:p14="http://schemas.microsoft.com/office/powerpoint/2010/main" val="4213872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1"/>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2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2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1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27"/>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9"/>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2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 </a:t>
            </a:r>
            <a:r>
              <a:rPr lang="en-US" dirty="0"/>
              <a:t>Requirement</a:t>
            </a:r>
            <a:endParaRPr dirty="0"/>
          </a:p>
        </p:txBody>
      </p:sp>
      <p:sp>
        <p:nvSpPr>
          <p:cNvPr id="3" name="Content Placeholder 2"/>
          <p:cNvSpPr>
            <a:spLocks noGrp="1"/>
          </p:cNvSpPr>
          <p:nvPr>
            <p:ph idx="1"/>
          </p:nvPr>
        </p:nvSpPr>
        <p:spPr/>
        <p:txBody>
          <a:bodyPr/>
          <a:lstStyle/>
          <a:p>
            <a:pPr marL="36900" indent="0">
              <a:buNone/>
              <a:defRPr sz="2400"/>
            </a:pPr>
            <a:r>
              <a:rPr lang="en-US" dirty="0">
                <a:solidFill>
                  <a:srgbClr val="0070C0"/>
                </a:solidFill>
              </a:rPr>
              <a:t>Interactive classroom activity</a:t>
            </a:r>
          </a:p>
          <a:p>
            <a:pPr marL="36900" indent="0">
              <a:buNone/>
              <a:defRPr sz="2400"/>
            </a:pPr>
            <a:r>
              <a:rPr lang="en-US" dirty="0"/>
              <a:t>Imagine you are responsible for managing a river basin. What data would you collect to make informed water management decisions? Classify your answers into:</a:t>
            </a:r>
          </a:p>
          <a:p>
            <a:pPr marL="494100" indent="-457200">
              <a:buFont typeface="+mj-lt"/>
              <a:buAutoNum type="arabicPeriod"/>
              <a:defRPr sz="2400"/>
            </a:pPr>
            <a:r>
              <a:rPr lang="en-US" dirty="0"/>
              <a:t>Hydro-meteorological datasets</a:t>
            </a:r>
          </a:p>
          <a:p>
            <a:pPr marL="494100" indent="-457200">
              <a:buFont typeface="+mj-lt"/>
              <a:buAutoNum type="arabicPeriod"/>
              <a:defRPr sz="2400"/>
            </a:pPr>
            <a:r>
              <a:rPr lang="en-US" dirty="0"/>
              <a:t>Geospatial datasets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2F29A-A0D5-5D09-A707-A0BBF2776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DC20A8-4DD3-BE40-2676-48F546727450}"/>
              </a:ext>
            </a:extLst>
          </p:cNvPr>
          <p:cNvSpPr>
            <a:spLocks noGrp="1"/>
          </p:cNvSpPr>
          <p:nvPr>
            <p:ph type="title"/>
          </p:nvPr>
        </p:nvSpPr>
        <p:spPr/>
        <p:txBody>
          <a:bodyPr/>
          <a:lstStyle/>
          <a:p>
            <a:r>
              <a:rPr dirty="0"/>
              <a:t>Data </a:t>
            </a:r>
            <a:r>
              <a:rPr lang="en-US" dirty="0"/>
              <a:t>Sources</a:t>
            </a:r>
            <a:endParaRPr dirty="0"/>
          </a:p>
        </p:txBody>
      </p:sp>
      <p:sp>
        <p:nvSpPr>
          <p:cNvPr id="3" name="Content Placeholder 2">
            <a:extLst>
              <a:ext uri="{FF2B5EF4-FFF2-40B4-BE49-F238E27FC236}">
                <a16:creationId xmlns:a16="http://schemas.microsoft.com/office/drawing/2014/main" id="{8B1B8483-FF08-6993-9C9E-ECBF9C7174C8}"/>
              </a:ext>
            </a:extLst>
          </p:cNvPr>
          <p:cNvSpPr>
            <a:spLocks noGrp="1"/>
          </p:cNvSpPr>
          <p:nvPr>
            <p:ph idx="1"/>
          </p:nvPr>
        </p:nvSpPr>
        <p:spPr>
          <a:xfrm>
            <a:off x="913795" y="2076451"/>
            <a:ext cx="10353762" cy="1618728"/>
          </a:xfrm>
        </p:spPr>
        <p:txBody>
          <a:bodyPr/>
          <a:lstStyle/>
          <a:p>
            <a:pPr marL="36900" indent="0">
              <a:buNone/>
              <a:defRPr sz="2400"/>
            </a:pPr>
            <a:r>
              <a:rPr lang="en-US" dirty="0">
                <a:solidFill>
                  <a:srgbClr val="0070C0"/>
                </a:solidFill>
              </a:rPr>
              <a:t>Interactive classroom activity</a:t>
            </a:r>
          </a:p>
          <a:p>
            <a:pPr marL="36900" indent="0">
              <a:buNone/>
              <a:defRPr sz="2400"/>
            </a:pPr>
            <a:r>
              <a:rPr lang="en-US" dirty="0"/>
              <a:t>Can you identify some commonly used hydro-meteorological and geospatial datasets? Give a few examples.</a:t>
            </a:r>
          </a:p>
        </p:txBody>
      </p:sp>
    </p:spTree>
    <p:extLst>
      <p:ext uri="{BB962C8B-B14F-4D97-AF65-F5344CB8AC3E}">
        <p14:creationId xmlns:p14="http://schemas.microsoft.com/office/powerpoint/2010/main" val="34503179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CF88B-93AC-4B50-3768-BF4AC16CB29F}"/>
              </a:ext>
            </a:extLst>
          </p:cNvPr>
          <p:cNvSpPr>
            <a:spLocks noGrp="1"/>
          </p:cNvSpPr>
          <p:nvPr>
            <p:ph type="title"/>
          </p:nvPr>
        </p:nvSpPr>
        <p:spPr>
          <a:xfrm>
            <a:off x="844902" y="64718"/>
            <a:ext cx="10353762" cy="974942"/>
          </a:xfrm>
        </p:spPr>
        <p:txBody>
          <a:bodyPr>
            <a:normAutofit/>
          </a:bodyPr>
          <a:lstStyle/>
          <a:p>
            <a:r>
              <a:rPr lang="en-PK" sz="3200" b="1" dirty="0"/>
              <a:t>Hydro-meteorological and Geospatial Data Sources</a:t>
            </a:r>
          </a:p>
        </p:txBody>
      </p:sp>
      <p:sp>
        <p:nvSpPr>
          <p:cNvPr id="5" name="Content Placeholder 4">
            <a:extLst>
              <a:ext uri="{FF2B5EF4-FFF2-40B4-BE49-F238E27FC236}">
                <a16:creationId xmlns:a16="http://schemas.microsoft.com/office/drawing/2014/main" id="{EF6B41B4-54FE-F016-9672-712C4997E602}"/>
              </a:ext>
            </a:extLst>
          </p:cNvPr>
          <p:cNvSpPr>
            <a:spLocks noGrp="1"/>
          </p:cNvSpPr>
          <p:nvPr>
            <p:ph sz="half" idx="1"/>
          </p:nvPr>
        </p:nvSpPr>
        <p:spPr>
          <a:xfrm>
            <a:off x="425280" y="1341288"/>
            <a:ext cx="5098698" cy="5024586"/>
          </a:xfrm>
        </p:spPr>
        <p:style>
          <a:lnRef idx="2">
            <a:schemeClr val="accent6"/>
          </a:lnRef>
          <a:fillRef idx="1">
            <a:schemeClr val="lt1"/>
          </a:fillRef>
          <a:effectRef idx="0">
            <a:schemeClr val="accent6"/>
          </a:effectRef>
          <a:fontRef idx="minor">
            <a:schemeClr val="dk1"/>
          </a:fontRef>
        </p:style>
        <p:txBody>
          <a:bodyPr>
            <a:normAutofit fontScale="62500" lnSpcReduction="20000"/>
          </a:bodyPr>
          <a:lstStyle/>
          <a:p>
            <a:pPr marL="36900" indent="0">
              <a:buNone/>
            </a:pPr>
            <a:r>
              <a:rPr lang="en-PK" sz="3600" b="1" dirty="0">
                <a:solidFill>
                  <a:srgbClr val="0070C0"/>
                </a:solidFill>
              </a:rPr>
              <a:t>Ground-Based Observations</a:t>
            </a:r>
            <a:endParaRPr lang="en-US" sz="3600" b="1" dirty="0">
              <a:solidFill>
                <a:srgbClr val="0070C0"/>
              </a:solidFill>
            </a:endParaRPr>
          </a:p>
          <a:p>
            <a:pPr marL="36900" indent="0">
              <a:lnSpc>
                <a:spcPct val="170000"/>
              </a:lnSpc>
              <a:buNone/>
            </a:pPr>
            <a:r>
              <a:rPr lang="en-PK" dirty="0"/>
              <a:t>🌦️ </a:t>
            </a:r>
            <a:r>
              <a:rPr lang="en-PK" sz="2400" b="1" dirty="0"/>
              <a:t>Weather data: </a:t>
            </a:r>
            <a:r>
              <a:rPr lang="en-PK" sz="2400" dirty="0"/>
              <a:t>rainfall, temperature, humidity, wind speed, solar radiation (e.g., Pakistan Meteorological Department - PMD)(e.g., PMD)</a:t>
            </a:r>
            <a:endParaRPr lang="en-US" sz="2400" dirty="0"/>
          </a:p>
          <a:p>
            <a:pPr marL="36900" indent="0">
              <a:lnSpc>
                <a:spcPct val="170000"/>
              </a:lnSpc>
              <a:buNone/>
            </a:pPr>
            <a:r>
              <a:rPr lang="en-PK" sz="2400" dirty="0"/>
              <a:t> 🌊 </a:t>
            </a:r>
            <a:r>
              <a:rPr lang="en-PK" sz="2400" b="1" dirty="0"/>
              <a:t>Hydrological data: </a:t>
            </a:r>
            <a:r>
              <a:rPr lang="en-PK" sz="2400" dirty="0"/>
              <a:t>river discharge, water levels, canal flows, reservoir storage((e.g., Irrigation Department, WAPDA, IRSA)e.g., Irrigation Department, WAPDA, IRSA) </a:t>
            </a:r>
            <a:endParaRPr lang="en-US" sz="2400" dirty="0"/>
          </a:p>
          <a:p>
            <a:pPr marL="36900" indent="0">
              <a:lnSpc>
                <a:spcPct val="170000"/>
              </a:lnSpc>
              <a:buNone/>
            </a:pPr>
            <a:r>
              <a:rPr lang="en-PK" sz="2400" dirty="0"/>
              <a:t>💧 </a:t>
            </a:r>
            <a:r>
              <a:rPr lang="en-PK" sz="2400" b="1" dirty="0"/>
              <a:t>Groundwater data: </a:t>
            </a:r>
            <a:r>
              <a:rPr lang="en-PK" sz="2400" dirty="0"/>
              <a:t>groundwater levels and well observations </a:t>
            </a:r>
            <a:endParaRPr lang="en-US" sz="2400" dirty="0"/>
          </a:p>
          <a:p>
            <a:pPr marL="36900" indent="0">
              <a:lnSpc>
                <a:spcPct val="170000"/>
              </a:lnSpc>
              <a:buNone/>
            </a:pPr>
            <a:r>
              <a:rPr lang="en-PK" sz="2400" dirty="0"/>
              <a:t>🧪 </a:t>
            </a:r>
            <a:r>
              <a:rPr lang="en-PK" sz="2400" b="1" dirty="0"/>
              <a:t>Water quality data:</a:t>
            </a:r>
            <a:r>
              <a:rPr lang="en-PK" sz="2400" dirty="0"/>
              <a:t> pH, EC, TDS, dissolved oxygen, turbidity, etc.</a:t>
            </a:r>
          </a:p>
        </p:txBody>
      </p:sp>
      <p:sp>
        <p:nvSpPr>
          <p:cNvPr id="6" name="Content Placeholder 5">
            <a:extLst>
              <a:ext uri="{FF2B5EF4-FFF2-40B4-BE49-F238E27FC236}">
                <a16:creationId xmlns:a16="http://schemas.microsoft.com/office/drawing/2014/main" id="{7E524839-47E8-F207-9399-AA6EE598E1EB}"/>
              </a:ext>
            </a:extLst>
          </p:cNvPr>
          <p:cNvSpPr>
            <a:spLocks noGrp="1"/>
          </p:cNvSpPr>
          <p:nvPr>
            <p:ph sz="half" idx="2"/>
          </p:nvPr>
        </p:nvSpPr>
        <p:spPr>
          <a:xfrm>
            <a:off x="6410716" y="1321497"/>
            <a:ext cx="5301120" cy="5044378"/>
          </a:xfrm>
        </p:spPr>
        <p:style>
          <a:lnRef idx="2">
            <a:schemeClr val="accent6"/>
          </a:lnRef>
          <a:fillRef idx="1">
            <a:schemeClr val="lt1"/>
          </a:fillRef>
          <a:effectRef idx="0">
            <a:schemeClr val="accent6"/>
          </a:effectRef>
          <a:fontRef idx="minor">
            <a:schemeClr val="dk1"/>
          </a:fontRef>
        </p:style>
        <p:txBody>
          <a:bodyPr>
            <a:normAutofit fontScale="62500" lnSpcReduction="20000"/>
          </a:bodyPr>
          <a:lstStyle/>
          <a:p>
            <a:pPr marL="36900" indent="0">
              <a:buNone/>
            </a:pPr>
            <a:r>
              <a:rPr lang="en-PK" sz="3600" b="1" dirty="0">
                <a:solidFill>
                  <a:srgbClr val="0070C0"/>
                </a:solidFill>
              </a:rPr>
              <a:t>Earth Observation (Satellite Data)</a:t>
            </a:r>
            <a:endParaRPr lang="en-US" sz="3600" b="1" dirty="0">
              <a:solidFill>
                <a:srgbClr val="0070C0"/>
              </a:solidFill>
            </a:endParaRPr>
          </a:p>
          <a:p>
            <a:pPr marL="0" indent="0">
              <a:lnSpc>
                <a:spcPct val="160000"/>
              </a:lnSpc>
              <a:buNone/>
            </a:pPr>
            <a:r>
              <a:rPr lang="en-US" dirty="0"/>
              <a:t>☔ </a:t>
            </a:r>
            <a:r>
              <a:rPr lang="en-US" sz="2400" b="1" dirty="0"/>
              <a:t>Precipitation:</a:t>
            </a:r>
            <a:r>
              <a:rPr lang="en-US" sz="2400" dirty="0"/>
              <a:t> CHIRPS, GPM, etc.</a:t>
            </a:r>
          </a:p>
          <a:p>
            <a:pPr marL="0" indent="0">
              <a:lnSpc>
                <a:spcPct val="160000"/>
              </a:lnSpc>
              <a:buNone/>
            </a:pPr>
            <a:r>
              <a:rPr lang="en-PK" sz="2400" dirty="0"/>
              <a:t>🌱 </a:t>
            </a:r>
            <a:r>
              <a:rPr lang="en-US" sz="2400" b="1" dirty="0"/>
              <a:t>Vegetation: </a:t>
            </a:r>
            <a:r>
              <a:rPr lang="en-US" sz="2400" dirty="0"/>
              <a:t>NDVI, EVI. Etc.</a:t>
            </a:r>
          </a:p>
          <a:p>
            <a:pPr marL="0" indent="0">
              <a:lnSpc>
                <a:spcPct val="160000"/>
              </a:lnSpc>
              <a:buNone/>
            </a:pPr>
            <a:r>
              <a:rPr lang="en-PK" sz="2400" dirty="0"/>
              <a:t>💦 </a:t>
            </a:r>
            <a:r>
              <a:rPr lang="en-US" sz="2400" b="1" dirty="0"/>
              <a:t>Evapotranspiration: </a:t>
            </a:r>
            <a:r>
              <a:rPr lang="en-US" sz="2400" dirty="0" err="1"/>
              <a:t>WaPOR</a:t>
            </a:r>
            <a:r>
              <a:rPr lang="en-US" sz="2400" dirty="0"/>
              <a:t>, MODIS ET, etc.</a:t>
            </a:r>
          </a:p>
          <a:p>
            <a:pPr marL="0" indent="0">
              <a:lnSpc>
                <a:spcPct val="160000"/>
              </a:lnSpc>
              <a:buNone/>
            </a:pPr>
            <a:r>
              <a:rPr lang="en-PK" sz="2400" dirty="0"/>
              <a:t>🌍 </a:t>
            </a:r>
            <a:r>
              <a:rPr lang="en-US" sz="2400" b="1" dirty="0"/>
              <a:t>Land Use/Land Cover: </a:t>
            </a:r>
            <a:r>
              <a:rPr lang="en-US" sz="2400" dirty="0"/>
              <a:t>Sentinel-2, Landsat, ESRI Land Cover</a:t>
            </a:r>
          </a:p>
          <a:p>
            <a:pPr marL="0" indent="0">
              <a:lnSpc>
                <a:spcPct val="160000"/>
              </a:lnSpc>
              <a:buNone/>
            </a:pPr>
            <a:r>
              <a:rPr lang="en-PK" sz="2400" dirty="0"/>
              <a:t>🌊 </a:t>
            </a:r>
            <a:r>
              <a:rPr lang="en-US" sz="2400" b="1" dirty="0"/>
              <a:t>Surface Water &amp; Floods: </a:t>
            </a:r>
            <a:r>
              <a:rPr lang="en-US" sz="2400" dirty="0"/>
              <a:t>Sentinel-1/2, Global Surface Water</a:t>
            </a:r>
          </a:p>
          <a:p>
            <a:pPr marL="0" indent="0">
              <a:lnSpc>
                <a:spcPct val="160000"/>
              </a:lnSpc>
              <a:buNone/>
            </a:pPr>
            <a:r>
              <a:rPr lang="en-PK" sz="2400" dirty="0"/>
              <a:t>🛰️ </a:t>
            </a:r>
            <a:r>
              <a:rPr lang="en-US" sz="2400" b="1" dirty="0"/>
              <a:t>Water Levels: </a:t>
            </a:r>
            <a:r>
              <a:rPr lang="en-US" sz="2400" dirty="0"/>
              <a:t>Satellite Altimetry (Sentinel-3, ICESat-2, Jason-3)</a:t>
            </a:r>
          </a:p>
          <a:p>
            <a:pPr marL="0" indent="0">
              <a:lnSpc>
                <a:spcPct val="160000"/>
              </a:lnSpc>
              <a:buNone/>
            </a:pPr>
            <a:r>
              <a:rPr lang="en-PK" sz="2400" dirty="0"/>
              <a:t>🌎 </a:t>
            </a:r>
            <a:r>
              <a:rPr lang="en-US" sz="2400" b="1" dirty="0"/>
              <a:t>Groundwater Storage: </a:t>
            </a:r>
            <a:r>
              <a:rPr lang="en-US" sz="2400" dirty="0"/>
              <a:t>GRACE</a:t>
            </a:r>
            <a:endParaRPr lang="en-PK" sz="2400" dirty="0"/>
          </a:p>
        </p:txBody>
      </p:sp>
      <p:sp>
        <p:nvSpPr>
          <p:cNvPr id="4" name="Slide Number Placeholder 3">
            <a:extLst>
              <a:ext uri="{FF2B5EF4-FFF2-40B4-BE49-F238E27FC236}">
                <a16:creationId xmlns:a16="http://schemas.microsoft.com/office/drawing/2014/main" id="{883B2B8B-7BEF-5904-588F-2D0AADD485CC}"/>
              </a:ext>
            </a:extLst>
          </p:cNvPr>
          <p:cNvSpPr>
            <a:spLocks noGrp="1"/>
          </p:cNvSpPr>
          <p:nvPr>
            <p:ph type="sldNum" sz="quarter" idx="12"/>
          </p:nvPr>
        </p:nvSpPr>
        <p:spPr/>
        <p:txBody>
          <a:bodyPr/>
          <a:lstStyle/>
          <a:p>
            <a:fld id="{3A98EE3D-8CD1-4C3F-BD1C-C98C9596463C}" type="slidenum">
              <a:rPr lang="en-US" smtClean="0"/>
              <a:t>28</a:t>
            </a:fld>
            <a:endParaRPr lang="en-US" dirty="0"/>
          </a:p>
        </p:txBody>
      </p:sp>
    </p:spTree>
    <p:extLst>
      <p:ext uri="{BB962C8B-B14F-4D97-AF65-F5344CB8AC3E}">
        <p14:creationId xmlns:p14="http://schemas.microsoft.com/office/powerpoint/2010/main" val="2894635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animEffect transition="in" filter="fade">
                                      <p:cBhvr>
                                        <p:cTn id="31" dur="1000"/>
                                        <p:tgtEl>
                                          <p:spTgt spid="6">
                                            <p:txEl>
                                              <p:pRg st="1" end="1"/>
                                            </p:txEl>
                                          </p:spTgt>
                                        </p:tgtEl>
                                      </p:cBhvr>
                                    </p:animEffect>
                                    <p:anim calcmode="lin" valueType="num">
                                      <p:cBhvr>
                                        <p:cTn id="32"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33"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6">
                                            <p:txEl>
                                              <p:pRg st="2" end="2"/>
                                            </p:txEl>
                                          </p:spTgt>
                                        </p:tgtEl>
                                        <p:attrNameLst>
                                          <p:attrName>style.visibility</p:attrName>
                                        </p:attrNameLst>
                                      </p:cBhvr>
                                      <p:to>
                                        <p:strVal val="visible"/>
                                      </p:to>
                                    </p:set>
                                    <p:animEffect transition="in" filter="fade">
                                      <p:cBhvr>
                                        <p:cTn id="38" dur="1000"/>
                                        <p:tgtEl>
                                          <p:spTgt spid="6">
                                            <p:txEl>
                                              <p:pRg st="2" end="2"/>
                                            </p:txEl>
                                          </p:spTgt>
                                        </p:tgtEl>
                                      </p:cBhvr>
                                    </p:animEffect>
                                    <p:anim calcmode="lin" valueType="num">
                                      <p:cBhvr>
                                        <p:cTn id="39"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40"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6">
                                            <p:txEl>
                                              <p:pRg st="3" end="3"/>
                                            </p:txEl>
                                          </p:spTgt>
                                        </p:tgtEl>
                                        <p:attrNameLst>
                                          <p:attrName>style.visibility</p:attrName>
                                        </p:attrNameLst>
                                      </p:cBhvr>
                                      <p:to>
                                        <p:strVal val="visible"/>
                                      </p:to>
                                    </p:set>
                                    <p:animEffect transition="in" filter="fade">
                                      <p:cBhvr>
                                        <p:cTn id="45" dur="1000"/>
                                        <p:tgtEl>
                                          <p:spTgt spid="6">
                                            <p:txEl>
                                              <p:pRg st="3" end="3"/>
                                            </p:txEl>
                                          </p:spTgt>
                                        </p:tgtEl>
                                      </p:cBhvr>
                                    </p:animEffect>
                                    <p:anim calcmode="lin" valueType="num">
                                      <p:cBhvr>
                                        <p:cTn id="46"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47"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6">
                                            <p:txEl>
                                              <p:pRg st="4" end="4"/>
                                            </p:txEl>
                                          </p:spTgt>
                                        </p:tgtEl>
                                        <p:attrNameLst>
                                          <p:attrName>style.visibility</p:attrName>
                                        </p:attrNameLst>
                                      </p:cBhvr>
                                      <p:to>
                                        <p:strVal val="visible"/>
                                      </p:to>
                                    </p:set>
                                    <p:animEffect transition="in" filter="fade">
                                      <p:cBhvr>
                                        <p:cTn id="52" dur="1000"/>
                                        <p:tgtEl>
                                          <p:spTgt spid="6">
                                            <p:txEl>
                                              <p:pRg st="4" end="4"/>
                                            </p:txEl>
                                          </p:spTgt>
                                        </p:tgtEl>
                                      </p:cBhvr>
                                    </p:animEffect>
                                    <p:anim calcmode="lin" valueType="num">
                                      <p:cBhvr>
                                        <p:cTn id="5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54"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6">
                                            <p:txEl>
                                              <p:pRg st="5" end="5"/>
                                            </p:txEl>
                                          </p:spTgt>
                                        </p:tgtEl>
                                        <p:attrNameLst>
                                          <p:attrName>style.visibility</p:attrName>
                                        </p:attrNameLst>
                                      </p:cBhvr>
                                      <p:to>
                                        <p:strVal val="visible"/>
                                      </p:to>
                                    </p:set>
                                    <p:animEffect transition="in" filter="fade">
                                      <p:cBhvr>
                                        <p:cTn id="59" dur="1000"/>
                                        <p:tgtEl>
                                          <p:spTgt spid="6">
                                            <p:txEl>
                                              <p:pRg st="5" end="5"/>
                                            </p:txEl>
                                          </p:spTgt>
                                        </p:tgtEl>
                                      </p:cBhvr>
                                    </p:animEffect>
                                    <p:anim calcmode="lin" valueType="num">
                                      <p:cBhvr>
                                        <p:cTn id="60"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61"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6">
                                            <p:txEl>
                                              <p:pRg st="6" end="6"/>
                                            </p:txEl>
                                          </p:spTgt>
                                        </p:tgtEl>
                                        <p:attrNameLst>
                                          <p:attrName>style.visibility</p:attrName>
                                        </p:attrNameLst>
                                      </p:cBhvr>
                                      <p:to>
                                        <p:strVal val="visible"/>
                                      </p:to>
                                    </p:set>
                                    <p:animEffect transition="in" filter="fade">
                                      <p:cBhvr>
                                        <p:cTn id="66" dur="1000"/>
                                        <p:tgtEl>
                                          <p:spTgt spid="6">
                                            <p:txEl>
                                              <p:pRg st="6" end="6"/>
                                            </p:txEl>
                                          </p:spTgt>
                                        </p:tgtEl>
                                      </p:cBhvr>
                                    </p:animEffect>
                                    <p:anim calcmode="lin" valueType="num">
                                      <p:cBhvr>
                                        <p:cTn id="67"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68"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nodeType="clickEffect">
                                  <p:stCondLst>
                                    <p:cond delay="0"/>
                                  </p:stCondLst>
                                  <p:childTnLst>
                                    <p:set>
                                      <p:cBhvr>
                                        <p:cTn id="72" dur="1" fill="hold">
                                          <p:stCondLst>
                                            <p:cond delay="0"/>
                                          </p:stCondLst>
                                        </p:cTn>
                                        <p:tgtEl>
                                          <p:spTgt spid="6">
                                            <p:txEl>
                                              <p:pRg st="7" end="7"/>
                                            </p:txEl>
                                          </p:spTgt>
                                        </p:tgtEl>
                                        <p:attrNameLst>
                                          <p:attrName>style.visibility</p:attrName>
                                        </p:attrNameLst>
                                      </p:cBhvr>
                                      <p:to>
                                        <p:strVal val="visible"/>
                                      </p:to>
                                    </p:set>
                                    <p:animEffect transition="in" filter="fade">
                                      <p:cBhvr>
                                        <p:cTn id="73" dur="1000"/>
                                        <p:tgtEl>
                                          <p:spTgt spid="6">
                                            <p:txEl>
                                              <p:pRg st="7" end="7"/>
                                            </p:txEl>
                                          </p:spTgt>
                                        </p:tgtEl>
                                      </p:cBhvr>
                                    </p:animEffect>
                                    <p:anim calcmode="lin" valueType="num">
                                      <p:cBhvr>
                                        <p:cTn id="74"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75"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GIS &amp; Remote Sensing</a:t>
            </a:r>
          </a:p>
        </p:txBody>
      </p:sp>
      <p:sp>
        <p:nvSpPr>
          <p:cNvPr id="3" name="Content Placeholder 2"/>
          <p:cNvSpPr>
            <a:spLocks noGrp="1"/>
          </p:cNvSpPr>
          <p:nvPr>
            <p:ph idx="1"/>
          </p:nvPr>
        </p:nvSpPr>
        <p:spPr/>
        <p:txBody>
          <a:bodyPr/>
          <a:lstStyle/>
          <a:p>
            <a:pPr>
              <a:defRPr sz="2400"/>
            </a:pPr>
            <a:r>
              <a:t>Applications in water resources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Hydrological Models</a:t>
            </a:r>
          </a:p>
        </p:txBody>
      </p:sp>
      <p:sp>
        <p:nvSpPr>
          <p:cNvPr id="3" name="Content Placeholder 2"/>
          <p:cNvSpPr>
            <a:spLocks noGrp="1"/>
          </p:cNvSpPr>
          <p:nvPr>
            <p:ph idx="1"/>
          </p:nvPr>
        </p:nvSpPr>
        <p:spPr/>
        <p:txBody>
          <a:bodyPr/>
          <a:lstStyle/>
          <a:p>
            <a:pPr>
              <a:defRPr sz="2400"/>
            </a:pPr>
            <a:r>
              <a:t>Conceptual, physical and data-driven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Decision Support</a:t>
            </a:r>
          </a:p>
        </p:txBody>
      </p:sp>
      <p:sp>
        <p:nvSpPr>
          <p:cNvPr id="3" name="Content Placeholder 2"/>
          <p:cNvSpPr>
            <a:spLocks noGrp="1"/>
          </p:cNvSpPr>
          <p:nvPr>
            <p:ph idx="1"/>
          </p:nvPr>
        </p:nvSpPr>
        <p:spPr/>
        <p:txBody>
          <a:bodyPr/>
          <a:lstStyle/>
          <a:p>
            <a:pPr>
              <a:defRPr sz="2400"/>
            </a:pPr>
            <a:r>
              <a:t>Forecasting, planning and management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Discussion Stop #1</a:t>
            </a:r>
          </a:p>
        </p:txBody>
      </p:sp>
      <p:sp>
        <p:nvSpPr>
          <p:cNvPr id="3" name="Content Placeholder 2"/>
          <p:cNvSpPr>
            <a:spLocks noGrp="1"/>
          </p:cNvSpPr>
          <p:nvPr>
            <p:ph idx="1"/>
          </p:nvPr>
        </p:nvSpPr>
        <p:spPr/>
        <p:txBody>
          <a:bodyPr/>
          <a:lstStyle/>
          <a:p>
            <a:pPr>
              <a:defRPr sz="2400"/>
            </a:pPr>
            <a:r>
              <a:t>Why is traditional hydrology alone no longer sufficient?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Before You Leave Today</a:t>
            </a:r>
          </a:p>
        </p:txBody>
      </p:sp>
      <p:sp>
        <p:nvSpPr>
          <p:cNvPr id="3" name="Content Placeholder 2"/>
          <p:cNvSpPr>
            <a:spLocks noGrp="1"/>
          </p:cNvSpPr>
          <p:nvPr>
            <p:ph idx="1"/>
          </p:nvPr>
        </p:nvSpPr>
        <p:spPr/>
        <p:txBody>
          <a:bodyPr/>
          <a:lstStyle/>
          <a:p>
            <a:pPr marL="494100" indent="-457200">
              <a:lnSpc>
                <a:spcPct val="150000"/>
              </a:lnSpc>
              <a:buFont typeface="+mj-lt"/>
              <a:buAutoNum type="arabicPeriod"/>
              <a:defRPr sz="2400"/>
            </a:pPr>
            <a:r>
              <a:rPr dirty="0"/>
              <a:t>One new thing learned?</a:t>
            </a:r>
            <a:endParaRPr lang="en-US" dirty="0"/>
          </a:p>
          <a:p>
            <a:pPr marL="494100" indent="-457200">
              <a:lnSpc>
                <a:spcPct val="150000"/>
              </a:lnSpc>
              <a:buFont typeface="+mj-lt"/>
              <a:buAutoNum type="arabicPeriod"/>
              <a:defRPr sz="2400"/>
            </a:pPr>
            <a:r>
              <a:rPr dirty="0"/>
              <a:t>What remains unclear?</a:t>
            </a:r>
          </a:p>
        </p:txBody>
      </p:sp>
      <p:sp>
        <p:nvSpPr>
          <p:cNvPr id="4" name="Slide Number Placeholder 3">
            <a:extLst>
              <a:ext uri="{FF2B5EF4-FFF2-40B4-BE49-F238E27FC236}">
                <a16:creationId xmlns:a16="http://schemas.microsoft.com/office/drawing/2014/main" id="{A1EADBBE-0C37-DCF6-C8C3-F0B733727DED}"/>
              </a:ext>
            </a:extLst>
          </p:cNvPr>
          <p:cNvSpPr>
            <a:spLocks noGrp="1"/>
          </p:cNvSpPr>
          <p:nvPr>
            <p:ph type="sldNum" sz="quarter" idx="12"/>
          </p:nvPr>
        </p:nvSpPr>
        <p:spPr/>
        <p:txBody>
          <a:bodyPr/>
          <a:lstStyle/>
          <a:p>
            <a:fld id="{3A98EE3D-8CD1-4C3F-BD1C-C98C9596463C}" type="slidenum">
              <a:rPr lang="en-US" smtClean="0"/>
              <a:t>33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rial Nova">
      <a:majorFont>
        <a:latin typeface="Arial Nova Light"/>
        <a:ea typeface=""/>
        <a:cs typeface=""/>
      </a:majorFont>
      <a:minorFont>
        <a:latin typeface="Arial Nova"/>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60E646-30AD-4BA0-97EA-A7A07DF549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7E70FC5-1855-47AB-8CE1-CB3C873A8988}">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30CB38EC-895A-4F8F-8F75-E263501ABB5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Integer pillars</Template>
  <TotalTime>24532</TotalTime>
  <Words>1611</Words>
  <Application>Microsoft Office PowerPoint</Application>
  <PresentationFormat>Widescreen</PresentationFormat>
  <Paragraphs>229</Paragraphs>
  <Slides>33</Slides>
  <Notes>14</Notes>
  <HiddenSlides>2</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33</vt:i4>
      </vt:variant>
    </vt:vector>
  </HeadingPairs>
  <TitlesOfParts>
    <vt:vector size="42" baseType="lpstr">
      <vt:lpstr>Aptos</vt:lpstr>
      <vt:lpstr>Aptos Display</vt:lpstr>
      <vt:lpstr>Arial</vt:lpstr>
      <vt:lpstr>Arial Nova</vt:lpstr>
      <vt:lpstr>Arial Nova Light</vt:lpstr>
      <vt:lpstr>Calibri</vt:lpstr>
      <vt:lpstr>Wingdings 2</vt:lpstr>
      <vt:lpstr>SlateVTI</vt:lpstr>
      <vt:lpstr>Office Theme</vt:lpstr>
      <vt:lpstr>HYDROINFORMATICS DATA MANAGEMENT AND ANALYSIS</vt:lpstr>
      <vt:lpstr>Learning Outcomes</vt:lpstr>
      <vt:lpstr>Course Roadmap</vt:lpstr>
      <vt:lpstr>Weekly Class Schedule</vt:lpstr>
      <vt:lpstr>Introduction</vt:lpstr>
      <vt:lpstr>HYDRO-INFORMATICS: An Applied Science</vt:lpstr>
      <vt:lpstr>DEFINITION</vt:lpstr>
      <vt:lpstr>PowerPoint Presentation</vt:lpstr>
      <vt:lpstr>Core Components</vt:lpstr>
      <vt:lpstr>Why Hydroinformatics?</vt:lpstr>
      <vt:lpstr>Applications</vt:lpstr>
      <vt:lpstr>Some Examples</vt:lpstr>
      <vt:lpstr>Digital Twin</vt:lpstr>
      <vt:lpstr>🌊 Flood Forecasting &amp; Early Warning</vt:lpstr>
      <vt:lpstr>☀️ Drought Monitoring</vt:lpstr>
      <vt:lpstr>🧪 Water Quality Assessment</vt:lpstr>
      <vt:lpstr>🚜 Irrigation &amp; Agriculture</vt:lpstr>
      <vt:lpstr>🏢 Urban Water Management</vt:lpstr>
      <vt:lpstr>🕳️ Groundwater Monitoring</vt:lpstr>
      <vt:lpstr>Climate Change Impact</vt:lpstr>
      <vt:lpstr>PowerPoint Presentation</vt:lpstr>
      <vt:lpstr>Global Water Cycle is a Complex System!!!</vt:lpstr>
      <vt:lpstr>Water Management</vt:lpstr>
      <vt:lpstr>Global Water Distribution</vt:lpstr>
      <vt:lpstr>PowerPoint Presentation</vt:lpstr>
      <vt:lpstr>Data Requirement</vt:lpstr>
      <vt:lpstr>Data Sources</vt:lpstr>
      <vt:lpstr>Hydro-meteorological and Geospatial Data Sources</vt:lpstr>
      <vt:lpstr>GIS &amp; Remote Sensing</vt:lpstr>
      <vt:lpstr>Hydrological Models</vt:lpstr>
      <vt:lpstr>Decision Support</vt:lpstr>
      <vt:lpstr>Discussion Stop #1</vt:lpstr>
      <vt:lpstr>Before You Leave Today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Arjumand Zaidi</dc:creator>
  <cp:lastModifiedBy>Arjumand Zaidi</cp:lastModifiedBy>
  <cp:revision>48</cp:revision>
  <dcterms:created xsi:type="dcterms:W3CDTF">2026-07-27T06:52:48Z</dcterms:created>
  <dcterms:modified xsi:type="dcterms:W3CDTF">2026-08-18T04:22:26Z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