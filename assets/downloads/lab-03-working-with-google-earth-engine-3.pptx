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318" r:id="rId3"/>
    <p:sldId id="283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9" r:id="rId12"/>
    <p:sldId id="31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7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964" autoAdjust="0"/>
  </p:normalViewPr>
  <p:slideViewPr>
    <p:cSldViewPr snapToGrid="0">
      <p:cViewPr varScale="1">
        <p:scale>
          <a:sx n="98" d="100"/>
          <a:sy n="98" d="100"/>
        </p:scale>
        <p:origin x="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31722-D206-4971-92B1-74FD0661D76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ACB9B-3486-44B3-8F4C-CE1EE2693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1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ACB9B-3486-44B3-8F4C-CE1EE2693D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40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ACB9B-3486-44B3-8F4C-CE1EE2693D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5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2119-139B-46A7-B9B4-6BD4DFF42F4F}" type="datetime1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598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marL="0">
              <a:defRPr sz="4400"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sz="3000"/>
            </a:lvl1pPr>
            <a:lvl2pPr>
              <a:lnSpc>
                <a:spcPct val="100000"/>
              </a:lnSpc>
              <a:defRPr sz="2800">
                <a:solidFill>
                  <a:srgbClr val="0070C0"/>
                </a:solidFill>
              </a:defRPr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3EA8-AAF2-4D0F-9343-40685A3F554C}" type="datetime1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CCDF4-3DC0-42A8-98B0-3C15EDA1D5B9}" type="datetime1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655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3674-089E-40AD-AB71-1AE3562DB11F}" type="datetime1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74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0AB3-3594-47D1-BF56-6E6EB66D7CD7}" type="datetime1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0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7C18-55DD-47DA-B23F-7E261D10849C}" type="datetime1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46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94B19-F412-4025-8271-DE352D70DD32}" type="datetime1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7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C3CE9F6-14FF-4669-8EC9-9EDCF0F54DE2}" type="datetime1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4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C4E3-5B6C-459A-A998-C6D6302C029C}" type="datetime1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5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06623-2E4A-4052-8853-9B9618D61543}" type="datetime1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3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FB85-B862-4298-818E-2F5F2827B821}" type="datetime1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6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AB4E53C-DAAC-4B25-BEC6-EEDE1152D07E}" type="datetime1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412F84-AA69-4185-A895-1AC6C3BCB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37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earthengine.google.com/3e52b95027575ac70fb57335004d1fcc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earthengine.google.com/3e52b95027575ac70fb57335004d1fcc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earthengine.google.com/ae2abb568b09aa830c13438fa6273e1f" TargetMode="External"/><Relationship Id="rId2" Type="http://schemas.openxmlformats.org/officeDocument/2006/relationships/hyperlink" Target="https://code.earthengine.google.com/758875b1fdc1ef962ca297121de5c69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4181" y="391886"/>
            <a:ext cx="11076038" cy="3608614"/>
          </a:xfrm>
          <a:solidFill>
            <a:schemeClr val="bg2"/>
          </a:solidFill>
        </p:spPr>
        <p:txBody>
          <a:bodyPr>
            <a:normAutofit fontScale="90000"/>
          </a:bodyPr>
          <a:lstStyle/>
          <a:p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r>
              <a:rPr lang="en-US" sz="5400" b="1" dirty="0"/>
              <a:t>WORKING WITH GOOGLE ERATH ENGINE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981794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to search, find and visualize a broad range of remotely sensed datasets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3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the internet and find out the range of each indices and then check your results.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6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 2 imageries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9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Exporting Single Image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97922"/>
            <a:ext cx="9830591" cy="306505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2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68" y="601404"/>
            <a:ext cx="5142212" cy="34814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80614" y="3232298"/>
            <a:ext cx="1275907" cy="850604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083" y="412898"/>
            <a:ext cx="43434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91" y="323960"/>
            <a:ext cx="4432227" cy="59197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246" y="5569692"/>
            <a:ext cx="1310754" cy="8900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686" y="944526"/>
            <a:ext cx="4600797" cy="29682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9963" y="3022689"/>
            <a:ext cx="1310754" cy="8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9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Message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473" y="-52090"/>
            <a:ext cx="4101843" cy="6511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474" y="4357580"/>
            <a:ext cx="4266196" cy="210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7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5" y="286604"/>
            <a:ext cx="3317965" cy="1411567"/>
          </a:xfrm>
        </p:spPr>
        <p:txBody>
          <a:bodyPr>
            <a:normAutofit/>
          </a:bodyPr>
          <a:lstStyle/>
          <a:p>
            <a:r>
              <a:rPr lang="en-US" sz="3600" dirty="0"/>
              <a:t>Viewing Band Combination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20" y="0"/>
            <a:ext cx="8782080" cy="6113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09920" y="1135625"/>
            <a:ext cx="5420571" cy="4424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09920" y="2391345"/>
            <a:ext cx="8782080" cy="169395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09920" y="4085303"/>
            <a:ext cx="8782080" cy="21975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1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Mosaicing</a:t>
            </a:r>
            <a:r>
              <a:rPr lang="en-US" dirty="0"/>
              <a:t> All indices in a single image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in class. </a:t>
            </a:r>
          </a:p>
          <a:p>
            <a:endParaRPr lang="en-US" dirty="0"/>
          </a:p>
          <a:p>
            <a:r>
              <a:rPr lang="en-US" dirty="0"/>
              <a:t>Check the following link for your reference</a:t>
            </a:r>
          </a:p>
          <a:p>
            <a:r>
              <a:rPr lang="en-US" dirty="0">
                <a:hlinkClick r:id="rId2"/>
              </a:rPr>
              <a:t>https://code.earthengine.google.com/3e52b95027575ac70fb57335004d1fcc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9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indices values at GPS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Downloading these values as CSV file. </a:t>
            </a:r>
          </a:p>
          <a:p>
            <a:r>
              <a:rPr lang="en-US" dirty="0"/>
              <a:t>Check the same link for your reference </a:t>
            </a:r>
          </a:p>
          <a:p>
            <a:r>
              <a:rPr lang="en-US" dirty="0">
                <a:hlinkClick r:id="rId2"/>
              </a:rPr>
              <a:t>https://code.earthengine.google.com/3e52b95027575ac70fb57335004d1fcc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6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6575-E863-19C1-8715-5FA48F03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Reducers (mean, median, max, min)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D36E-0AF1-BDD0-CACE-CEC77F906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https://code.earthengine.google.com/758875b1fdc1ef962ca297121de5c699</a:t>
            </a:r>
            <a:endParaRPr lang="en-US" dirty="0"/>
          </a:p>
          <a:p>
            <a:r>
              <a:rPr lang="en-US" dirty="0"/>
              <a:t>Ground Water Storage (zonal stats and Chart)</a:t>
            </a:r>
          </a:p>
          <a:p>
            <a:r>
              <a:rPr lang="en-US">
                <a:hlinkClick r:id="rId3"/>
              </a:rPr>
              <a:t>https://code.earthengine.google.com/ae2abb568b09aa830c13438fa6273e1f</a:t>
            </a:r>
            <a:r>
              <a:rPr lang="en-US"/>
              <a:t> </a:t>
            </a:r>
            <a:endParaRPr lang="en-US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93B21-CA50-9C7B-8EF9-3941C3EB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06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12F84-AA69-4185-A895-1AC6C3BCB519}" type="slidenum">
              <a:rPr lang="en-US" smtClean="0"/>
              <a:t>12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89105" y="2745266"/>
            <a:ext cx="5151347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52835755"/>
      </p:ext>
    </p:extLst>
  </p:cSld>
  <p:clrMapOvr>
    <a:masterClrMapping/>
  </p:clrMapOvr>
</p:sld>
</file>

<file path=ppt/theme/theme1.xml><?xml version="1.0" encoding="utf-8"?>
<a:theme xmlns:a="http://schemas.openxmlformats.org/drawingml/2006/main" name="IS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T" id="{8D85E0DB-8221-425F-8FF1-9C7D9115499F}" vid="{3BC899D8-6AA3-42CB-9244-222302378D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IST</Template>
  <TotalTime>29088</TotalTime>
  <Words>174</Words>
  <Application>Microsoft Office PowerPoint</Application>
  <PresentationFormat>Widescreen</PresentationFormat>
  <Paragraphs>37</Paragraphs>
  <Slides>12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Comic Sans MS</vt:lpstr>
      <vt:lpstr>IST</vt:lpstr>
      <vt:lpstr>    WORKING WITH GOOGLE ERATH ENGINE 3</vt:lpstr>
      <vt:lpstr>Overview of the Quiz</vt:lpstr>
      <vt:lpstr>More Examples</vt:lpstr>
      <vt:lpstr>Exporting Single Image</vt:lpstr>
      <vt:lpstr>PowerPoint Presentation</vt:lpstr>
      <vt:lpstr>PowerPoint Presentation</vt:lpstr>
      <vt:lpstr>Error Message</vt:lpstr>
      <vt:lpstr>Viewing Band Combination </vt:lpstr>
      <vt:lpstr>Mosaicing All indices in a single image </vt:lpstr>
      <vt:lpstr>Extracting indices values at GPS points</vt:lpstr>
      <vt:lpstr>Reducers (mean, median, max, min)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Google Erath Engine</dc:title>
  <dc:creator>Arjumand Zaidi</dc:creator>
  <cp:lastModifiedBy>Dr.arjumand Zaidi</cp:lastModifiedBy>
  <cp:revision>260</cp:revision>
  <dcterms:created xsi:type="dcterms:W3CDTF">2020-10-11T05:46:18Z</dcterms:created>
  <dcterms:modified xsi:type="dcterms:W3CDTF">2024-12-17T09:24:28Z</dcterms:modified>
</cp:coreProperties>
</file>